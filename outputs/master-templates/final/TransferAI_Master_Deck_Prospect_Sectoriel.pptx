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d909256a1a4a1a" /><Relationship Type="http://schemas.openxmlformats.org/officeDocument/2006/relationships/extended-properties" Target="/docProps/app.xml" Id="Rb0c2d2cd09f24d9d" /><Relationship Type="http://schemas.openxmlformats.org/officeDocument/2006/relationships/officeDocument" Target="/ppt/presentation.xml" Id="R643b248cbb3c48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62c565bffc4726"/>
  </p:sldMasterIdLst>
  <p:notesMasterIdLst>
    <p:notesMasterId xmlns:r="http://schemas.openxmlformats.org/officeDocument/2006/relationships" r:id="Reec5d26fca3a483b"/>
  </p:notesMasterIdLst>
  <p:sldIdLst>
    <p:sldId xmlns:r="http://schemas.openxmlformats.org/officeDocument/2006/relationships" id="256" r:id="R7ec25f66e0594558"/>
    <p:sldId xmlns:r="http://schemas.openxmlformats.org/officeDocument/2006/relationships" id="257" r:id="R8071a1b1005c404b"/>
    <p:sldId xmlns:r="http://schemas.openxmlformats.org/officeDocument/2006/relationships" id="258" r:id="R8561ae81aa3b41b5"/>
    <p:sldId xmlns:r="http://schemas.openxmlformats.org/officeDocument/2006/relationships" id="259" r:id="R1c15484c74ab4be8"/>
    <p:sldId xmlns:r="http://schemas.openxmlformats.org/officeDocument/2006/relationships" id="260" r:id="R5855419c8a114511"/>
    <p:sldId xmlns:r="http://schemas.openxmlformats.org/officeDocument/2006/relationships" id="261" r:id="R47b487329a834193"/>
    <p:sldId xmlns:r="http://schemas.openxmlformats.org/officeDocument/2006/relationships" id="262" r:id="R1adfe1f636384a15"/>
    <p:sldId xmlns:r="http://schemas.openxmlformats.org/officeDocument/2006/relationships" id="263" r:id="R84010c29ec27429e"/>
    <p:sldId xmlns:r="http://schemas.openxmlformats.org/officeDocument/2006/relationships" id="264" r:id="R6434bfa443884931"/>
    <p:sldId xmlns:r="http://schemas.openxmlformats.org/officeDocument/2006/relationships" id="265" r:id="Rad0cab363d274c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90a09ae0324377" /><Relationship Type="http://schemas.openxmlformats.org/officeDocument/2006/relationships/slideMaster" Target="/ppt/slideMasters/slideMaster1.xml" Id="Rcb62c565bffc4726" /><Relationship Type="http://schemas.openxmlformats.org/officeDocument/2006/relationships/notesMaster" Target="/ppt/notesMasters/notesMaster1.xml" Id="Reec5d26fca3a483b" /><Relationship Type="http://schemas.openxmlformats.org/officeDocument/2006/relationships/presProps" Target="/ppt/presProps.xml" Id="R10167a14352044d8" /><Relationship Type="http://schemas.openxmlformats.org/officeDocument/2006/relationships/viewProps" Target="/ppt/viewProps.xml" Id="R27e3f397f7fd4d76" /><Relationship Type="http://schemas.openxmlformats.org/officeDocument/2006/relationships/tableStyles" Target="/ppt/tableStyles.xml" Id="Rda498cde250e49ad" /><Relationship Type="http://schemas.openxmlformats.org/officeDocument/2006/relationships/slide" Target="/ppt/slides/slide1.xml" Id="R7ec25f66e0594558" /><Relationship Type="http://schemas.openxmlformats.org/officeDocument/2006/relationships/slide" Target="/ppt/slides/slide2.xml" Id="R8071a1b1005c404b" /><Relationship Type="http://schemas.openxmlformats.org/officeDocument/2006/relationships/slide" Target="/ppt/slides/slide3.xml" Id="R8561ae81aa3b41b5" /><Relationship Type="http://schemas.openxmlformats.org/officeDocument/2006/relationships/slide" Target="/ppt/slides/slide4.xml" Id="R1c15484c74ab4be8" /><Relationship Type="http://schemas.openxmlformats.org/officeDocument/2006/relationships/slide" Target="/ppt/slides/slide5.xml" Id="R5855419c8a114511" /><Relationship Type="http://schemas.openxmlformats.org/officeDocument/2006/relationships/slide" Target="/ppt/slides/slide6.xml" Id="R47b487329a834193" /><Relationship Type="http://schemas.openxmlformats.org/officeDocument/2006/relationships/slide" Target="/ppt/slides/slide7.xml" Id="R1adfe1f636384a15" /><Relationship Type="http://schemas.openxmlformats.org/officeDocument/2006/relationships/slide" Target="/ppt/slides/slide8.xml" Id="R84010c29ec27429e" /><Relationship Type="http://schemas.openxmlformats.org/officeDocument/2006/relationships/slide" Target="/ppt/slides/slide9.xml" Id="R6434bfa443884931" /><Relationship Type="http://schemas.openxmlformats.org/officeDocument/2006/relationships/slide" Target="/ppt/slides/slide10.xml" Id="Rad0cab363d27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dc81c23ec248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c416a0d6584cc2" /><Relationship Type="http://schemas.openxmlformats.org/officeDocument/2006/relationships/notesMaster" Target="/ppt/notesMasters/notesMaster1.xml" Id="Rabbe79467a4b4d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73b6d57d414314" /><Relationship Type="http://schemas.openxmlformats.org/officeDocument/2006/relationships/notesMaster" Target="/ppt/notesMasters/notesMaster1.xml" Id="Rbd95730fd48e4d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f27916ba4a47a6" /><Relationship Type="http://schemas.openxmlformats.org/officeDocument/2006/relationships/notesMaster" Target="/ppt/notesMasters/notesMaster1.xml" Id="R4b49109244334a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dd71e5bda24493" /><Relationship Type="http://schemas.openxmlformats.org/officeDocument/2006/relationships/notesMaster" Target="/ppt/notesMasters/notesMaster1.xml" Id="R3be0814454464d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109e8124fa4699" /><Relationship Type="http://schemas.openxmlformats.org/officeDocument/2006/relationships/notesMaster" Target="/ppt/notesMasters/notesMaster1.xml" Id="Rd8bf77f2859d4f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82512beb1b477c" /><Relationship Type="http://schemas.openxmlformats.org/officeDocument/2006/relationships/notesMaster" Target="/ppt/notesMasters/notesMaster1.xml" Id="R0ae1cacb15084e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68fe263dea43b8" /><Relationship Type="http://schemas.openxmlformats.org/officeDocument/2006/relationships/notesMaster" Target="/ppt/notesMasters/notesMaster1.xml" Id="R40d4f6f1b51f45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75866fab384782" /><Relationship Type="http://schemas.openxmlformats.org/officeDocument/2006/relationships/notesMaster" Target="/ppt/notesMasters/notesMaster1.xml" Id="Radb9f604f1f04d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fec084bdee4c4c" /><Relationship Type="http://schemas.openxmlformats.org/officeDocument/2006/relationships/notesMaster" Target="/ppt/notesMasters/notesMaster1.xml" Id="R3abbb5e72f4644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52801e90a94ac6" /><Relationship Type="http://schemas.openxmlformats.org/officeDocument/2006/relationships/notesMaster" Target="/ppt/notesMasters/notesMaster1.xml" Id="Rde7c3a79cdf24b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eaee5799e42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48f509797543df" /><Relationship Type="http://schemas.openxmlformats.org/officeDocument/2006/relationships/slideLayout" Target="/ppt/slideLayouts/slideLayout1.xml" Id="R80bf3b49f89b4b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bf3b49f89b4b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8034dbcf7418c" /><Relationship Type="http://schemas.openxmlformats.org/officeDocument/2006/relationships/image" Target="/ppt/media/image.png" Id="R899bea87c07e48c1" /><Relationship Type="http://schemas.openxmlformats.org/officeDocument/2006/relationships/notesSlide" Target="/ppt/notesSlides/notesSlide1.xml" Id="R7daa067f69b944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dcde438454ea5" /><Relationship Type="http://schemas.openxmlformats.org/officeDocument/2006/relationships/image" Target="/ppt/media/image2.png" Id="R2da9ee3464db4b6a" /><Relationship Type="http://schemas.openxmlformats.org/officeDocument/2006/relationships/notesSlide" Target="/ppt/notesSlides/notesSlide2.xml" Id="Re86133f3d80841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191718b83426b" /><Relationship Type="http://schemas.openxmlformats.org/officeDocument/2006/relationships/notesSlide" Target="/ppt/notesSlides/notesSlide3.xml" Id="R34f09b20c27b40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ce5d52b034828" /><Relationship Type="http://schemas.openxmlformats.org/officeDocument/2006/relationships/notesSlide" Target="/ppt/notesSlides/notesSlide4.xml" Id="Ra0c1c8924bb649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9d6c3c7744e21" /><Relationship Type="http://schemas.openxmlformats.org/officeDocument/2006/relationships/notesSlide" Target="/ppt/notesSlides/notesSlide5.xml" Id="R93c4c0dc6fa44a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53529b53a4024" /><Relationship Type="http://schemas.openxmlformats.org/officeDocument/2006/relationships/notesSlide" Target="/ppt/notesSlides/notesSlide6.xml" Id="R223e970cbb0646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ac8d01bb94ae0" /><Relationship Type="http://schemas.openxmlformats.org/officeDocument/2006/relationships/notesSlide" Target="/ppt/notesSlides/notesSlide7.xml" Id="Rbec65db87f6a4a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f627a81c345e3" /><Relationship Type="http://schemas.openxmlformats.org/officeDocument/2006/relationships/notesSlide" Target="/ppt/notesSlides/notesSlide8.xml" Id="R2a667888bb4943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a0bfdf5d94444" /><Relationship Type="http://schemas.openxmlformats.org/officeDocument/2006/relationships/notesSlide" Target="/ppt/notesSlides/notesSlide9.xml" Id="R4df5a8f3b69942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d4e42eba44cdb" /><Relationship Type="http://schemas.openxmlformats.org/officeDocument/2006/relationships/image" Target="/ppt/media/image3.png" Id="R040cbaf156b94a49" /><Relationship Type="http://schemas.openxmlformats.org/officeDocument/2006/relationships/notesSlide" Target="/ppt/notesSlides/notesSlide10.xml" Id="R4be0ada799b4413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65F690-4AA8-4C70-9416-0C90025A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9DFB3-5EFF-4B81-8985-F424FF0C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6ACA3-E669-44BA-884E-A6CD0D2A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BD101-92C4-47D6-9F62-DFBE7B71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81158-6C57-484C-A538-85951CA8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bea87c07e48c1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1E96E-9D63-4356-AC95-E297F52E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295C0-F4CC-4893-91FA-FA61CEEC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{{SECTOR_NAME}}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01C75-C6CD-4A78-82FB-2F69EE0D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Transformer l'IA en gains visibles pour {{ORGANIZATION_NAME}} dans un contexte {{ORGANIZATION_TYPE}}.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72EF4-5E40-4E9D-B147-3028F037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{{DECISION_MAKER_ROLE}}, les équipes {{FUNCTION_SCOPE}} et les sponsors projet qui veulent relier l'IA à des cas d'usage utiles, mesurables et gouvernés.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FFF30-3BF9-4872-82EB-7299CFA6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8D389-7EAB-4601-98AB-DB608924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DCC73-0AF5-41C1-91C1-C916376F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2693B-B1E7-4F94-80B7-6BA8CE41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8CCEA-CFF0-404C-980A-B73F3BC4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1D530-DD64-444D-BCD8-3AA4815B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{{SECTOR_CONTEXT_1}}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484FF-21FC-43FB-AE38-5698607D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2F417-5803-4078-A1AB-7971844B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{{SECTOR_CONTEXT_2}}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20351-9CAF-4A12-BE8B-56D088E8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FD79AF-7CE6-4992-9D7F-323D92C5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{{SECTOR_CONTEXT_3}}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43AC7-3E20-48D2-BE1D-E1CBDF9C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8EB14-C7DD-416D-93AB-2207C7C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{{SECTOR_CONTEXT_4}}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39BAE8-5926-45AE-A3A5-425C272F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4267D7-E0B6-493C-B725-7C368D9D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604F48-A3FE-4D9D-B2CE-77F6CD38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{{N_FORMATIONS}}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646E78-5606-4E71-A658-4A75635A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72F55B-AFC1-4C06-863C-82FDF86C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EF25DB-88F5-415C-80DC-EDB51193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59AEC-463A-4915-8647-42EE68F9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{{N_USAGES}}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7C26BD-AD13-473E-8047-D879F760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340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62B5E8-C639-414E-9A95-C8DA3AD8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D5F321-9B2F-43EF-86CC-D4657497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F72D3-22C6-4FBD-A099-E13EC802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{{JALON_CIBLE}}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A27830-211A-4800-BC83-3FDF54FD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340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d'extension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F95FCB-82F8-40F8-ABFF-578C53B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E1FE82-DEFC-4CEB-A2E6-2FE34E07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023EE1-2CE3-49A1-AEF1-752B9A80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{{COUT_ENTREE}}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C4A1F1-813A-4EB4-AC8D-96401CCD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340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d'entrée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0E8AE1-9F48-4819-815B-155700CB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8A3081-030B-4EF7-8FB6-DF6DD9C5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37839E-841D-4BB8-8D79-FF192BC4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89C24C-1E55-4358-9602-2EBD9A53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E409BE-6285-4F90-8EA5-6DFDE022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{{SECTOR_NAME}}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2D5C37-2ECF-44BA-B082-0E4E9259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62309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FCC08E-38D5-419F-A0FC-8E726301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D4A19-3BF3-4329-AA28-8B46D8D5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D4371-D8E1-41D7-9F06-60657419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{{SECTOR_NAME}}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566DB-8913-46C9-8C4E-CEEA06B0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ROI se lit ici dans {{VALUE_LEVER_1}}, {{VALUE_LEVER_2}}, {{VALUE_LEVER_3}} et {{VALUE_LEVER_4}}, avec des hypothèses à confirmer pendant l'audit.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AD723-44D0-41C0-8C45-F51EA771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9ee3464db4b6a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16540-AFD9-4C6D-A944-E85BDD58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A66B4-B073-4A36-A68B-E15F0E83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D3B20-E740-417D-A830-DDDA134A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A132B-F63F-4641-84AB-E307E85A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F8D27-1F9A-4063-A461-D66AB23D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A7ED2-57BD-43C8-8E53-6B133C27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F7FD4-CF6C-4CD3-A51E-214E3746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EBDE0-30A5-45EB-B951-B0A5C342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{{SECTOR_CONTEXT_1}}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6B90D-C459-41F7-AE21-309AE085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37565-2E86-4408-8B8C-66635B11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{{SECTOR_CONTEXT_2}}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D4890-215D-4E83-A086-4F40AB67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679522-CB69-4D5A-98DB-3DED9262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{{SECTOR_CONTEXT_3}}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77181-69C3-48C2-9D97-47EFFFAF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8C5D2-919C-4194-B286-57A111AB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{{SECTOR_CONTEXT_4}}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E9376-9AC1-4642-82D7-DA49079D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A530A7-0315-433D-A94C-E08356FF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E24977-A1E3-4B50-B8CE-26C4D423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B8647-655F-40E5-B5A7-225C43D5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5C1C2-2F42-46F9-BE14-C1AD4568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{{SECTOR_NAME}} | Positionnement et preuve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B97357-91DE-4928-A2AE-B0489A8F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14564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233585-8816-4C9C-8C2E-DD782C7C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52FD9-49E8-40FA-93BD-FE964E4F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D6275-423B-4323-830B-EE3E274D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73C36-689D-434F-A4C2-591093C5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514A9-1AA0-4676-ACD8-E74113B7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DDFBC-6A29-4034-B4A4-B1354C82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79C37-B4E5-47A4-8FB7-3C651636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{{PRIORITY_1_TITLE}}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84DD3-E4BA-4BC7-BF31-609BEA2F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6A04C-AD2D-44D2-80C0-DB55B13A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{{PRIORITY_1_BEFORE}}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259D8-86A4-477F-B08A-6ECB8AEC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693C1-6916-488E-A8B2-19AC63A0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{{PRIORITY_1_AFTER}}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C464B-845D-4EE5-BC4A-D8E66420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F948C-4194-4A44-96CC-13450843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FA985-02E9-4969-8463-F6D4A7C5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{{PRIORITY_2_TITLE}}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5A763-F30B-435A-A26E-BF7356E8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22A24-1C68-4360-B17D-0A535BFC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{{PRIORITY_2_BEFORE}}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B12E6-4FDF-4E54-8E71-6A5517DE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E4C26-9CA9-4868-9D91-C997AA91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{{PRIORITY_2_AFTER}}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869CA-D2F6-4FED-8B92-E4C978EF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20394-5EB7-4728-BC57-8F2F2BEE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8105EC-586E-4434-8D9B-8EEB45BC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{{PRIORITY_3_TITLE}}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1F63F-C066-415F-9FF1-6AADA545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ED17E-FC3F-4128-86F1-99BEA823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{{PRIORITY_3_BEFORE}}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1181AE-253A-4470-8CE3-0A5DCB9E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17EF95-411A-40C8-B36A-B55EB30D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{{PRIORITY_3_AFTER}}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9D49B-B280-4429-9BCD-9023437B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9DC47A-F168-4061-BA52-22AF7F68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FA7C7C-2A44-4D49-8C77-0D73C91C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{{PRIORITY_4_TITLE}}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A3C150-5DB8-4CC2-A778-96C73AF8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70FDB8-126B-4422-BBBA-0D83C79A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{{PRIORITY_4_BEFORE}}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F245FD-648E-44FC-A770-E20BA179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5E2287-D6E3-44E1-960A-CE1A802D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{{PRIORITY_4_AFTER}}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6593CB-5C8C-4415-9300-BF67FF01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4B8DD9-CC0E-466F-A9AD-22B5B074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497481-6DCD-4A52-8643-4D0E56C7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56237C-5865-4A6D-B5D2-53999469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2E3336-F70C-4632-8A80-6D239484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{{SECTOR_NAME}}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E910BC-DECA-4B60-B817-5B446EED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40417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5F8E65-A1F3-455E-9D5D-F7045483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C8990-194B-439F-BDF2-9AFE45A3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C8F4F-2AF0-4F1D-A93C-7986F41B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B3246-C59F-49F3-8D2E-0E8110C0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7BDF1-D52E-41E7-8D97-946D50F8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E6881-E987-47A3-B886-02B0CE38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{{ROI_METRIC_1_VALUE}}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A67A1-8DF4-47C0-9095-D7821C5A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{{ROI_METRIC_1_LABEL}}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133B6-CD37-4890-92CF-2C26511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{{ROI_METRIC_1_NOTE}}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38902-0924-4949-A08C-FCC4F0CC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BA605-E27D-4DE7-9CE6-F05BD18C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{{ROI_METRIC_2_VALUE}}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71144-0369-43A2-868F-A602C817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{{ROI_METRIC_2_LABEL}}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C601B-0473-492F-A921-B4511F89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{{ROI_METRIC_2_NOTE}}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6922E-1357-47FF-9E75-CC1833DA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EDD03-E61C-455B-A26C-7CD22C9C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{{ROI_METRIC_3_VALUE}}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C422D-EC9D-46FF-BF66-605430E8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{{ROI_METRIC_3_LABEL}}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17DDD-E00C-406D-ADF7-0EAE8BFF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{{ROI_METRIC_3_NOTE}}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D2E1D-726F-4F99-82FD-470EAC7B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04617-A0CA-42D6-AFC9-352ED20A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{{ROI_METRIC_4_VALUE}}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F149E-59EA-49D6-8F0F-06A3172B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{{ROI_METRIC_4_LABEL}}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87136-CCC1-4E44-A035-7892641A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{{ROI_METRIC_4_NOTE}}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5CD3B-0FFC-42B5-AF59-4B3E4350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C08CF-BE1E-4DFD-8597-2947823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2DDAC-D7EB-4597-A4BB-E08B58D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A9042-ABA4-42FC-A527-DEB157CC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22B1C-2623-40CB-BCF3-FC634E0D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91D0E-564D-490B-9CA2-E24EDF8F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{{SECTOR_NAME}}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14F253-232D-4145-BD89-209A5B46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69911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56E6BF-C366-485E-931F-432BFAC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DC102-8080-419D-8B72-4EBC9EF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01C48-B569-44C7-A44C-23382939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9A375-16CF-41A4-843E-545694F7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96206-8ED5-4442-978B-C36D951E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E5558-6517-4DB5-BF6E-0F2806C6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88292-0BC9-4556-BB37-4593DD4E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{{USE_CASE_1_TITLE}}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67354-37DC-406F-AA3F-1F0DCB11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A88A1-8FDA-42C3-AC52-8858C61A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{{USE_CASE_1_BEFORE}}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1247E-ED60-46A0-8E80-5DD97766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5C5A0-C9EF-4CC5-B9BB-B137C0A1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{{USE_CASE_1_AFTER}}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B556C-3810-4909-A684-C29C7019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7F5FE-5987-4233-8C1F-96F2F8E6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{{USE_CASE_1_KPI}}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33672-FC3B-4044-A073-B4B10F73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274EC-6F61-431A-8DFD-9051C9E2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48DC1-630F-40B5-A5B3-ACDE2BAC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{{USE_CASE_2_TITLE}}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7D6DD-86D0-48BB-A8D5-2B871860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D8A57-5CBD-4421-926F-5B7A12CD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{{USE_CASE_2_BEFORE}}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C151B-295D-4FC1-B5BF-F8B8FAAE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446B7-BA10-4878-8CC9-4A66E9D6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{{USE_CASE_2_AFTER}}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3257C-2E2D-45AB-8B4D-7E014E70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A5539F-AA6C-4640-A01F-A4D169DB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{{USE_CASE_2_KPI}}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9A6B6-F406-41EE-B0A9-355A05A7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F81D1-8BA7-4520-9A16-E831D5FB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9A672-7339-472B-BA9E-832BBCFB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{{USE_CASE_3_TITLE}}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384C59-BF91-452A-BD3D-1352F596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38DE03-1BFF-4E0C-B5A1-7A8EA061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{{USE_CASE_3_BEFORE}}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DF3A69-743A-4F2B-8297-FF04A9CD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1B6B8-EC53-406C-8355-591C4CD0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{{USE_CASE_3_AFTER}}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B4DD32-6013-4F0A-8809-5BB62464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9AD776-2BE0-4D91-AC0E-E085176F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{{USE_CASE_3_KPI}}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B639EE-AEAF-4C37-919B-0222D339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0496B6-4CBE-48C3-8686-0342D488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4F5F62-FCDD-4A8E-A9A7-703ECBAE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{{USE_CASE_4_TITLE}}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202A04-04F4-4978-B30B-12F20ED6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0F65D2-B1BB-489F-AF73-D52E5DDE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{{USE_CASE_4_BEFORE}}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FA56E1-AD68-47E0-BA3F-26758CB5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4DF36B-4379-47FD-A558-2190D5F0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{{USE_CASE_4_AFTER}}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517399-D0BD-46FC-9E14-E952BFA4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59591E-B746-4104-8F8B-A38CDA4B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{{USE_CASE_4_KPI}}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AF0F0D-52EA-494E-8005-4019BC9B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68D3F6-92C3-46F4-87DE-CA3B00ED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{{SECTOR_NAME}}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9F583B-4CE7-4B70-A170-A5C1192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31698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63DB29-B3AB-4C7A-85FC-C7F1D0BC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16889-23DD-47E9-9260-F8E21A96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AA509-273B-4E33-847A-13517A51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CD363-F727-40F1-B9CA-2B9C9636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095A8-C108-4DB2-97C6-04855B93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472F3-2CE0-4008-90B4-C7CF9952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4D9A5-96DF-4E27-8217-FF812CDD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{{USE_CASE_1_TITLE}}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FB0AA-7544-4125-B926-E9BD4384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F643F-1683-44DF-9ABC-C500F87A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{{USE_CASE_1_BEFORE}}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E876E-42DD-454B-A655-372D62DA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6601D-8F82-4E80-962A-0E178A2B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{{USE_CASE_1_AFTER}}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889F9-ACB9-4E3A-AC8B-925E1E5D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CFA51-AC37-4646-B303-D770E96C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{{USE_CASE_1_KPI}}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55D0F-89B1-420A-9B0F-F792BA0B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A5B4E-689E-4DF2-9F16-C8DA46FA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9B6B2-AD57-49E2-B73F-3316746E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{{USE_CASE_2_TITLE}}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12E56-A674-48E2-A006-AF59CEEA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9D5E2-A7C7-4F4B-BE21-0A8A1F7E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{{USE_CASE_2_BEFORE}}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E1138-9493-421E-A451-9D8BCC5F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954C3-CDB2-4911-A874-9FCF2C0C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{{USE_CASE_2_AFTER}}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D53C5-0B3D-4C7F-8C85-C31440FF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04008-745D-4848-94F7-77D8F6A8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{{USE_CASE_2_KPI}}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800F4-A861-4647-AA06-F986DF7F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3B352A-2ED4-4E31-B1EE-492E0919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38353A-68CE-4C48-A931-E36F67DA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F97346-B779-4E5F-81DF-455D654A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{{SECTOR_NAME}}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ABC8FF-DB20-4D30-BDA0-7F4AE2BC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74149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9165B8-29BE-43B3-A02F-8330423D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2130D-7C1C-4275-A163-00A03C7C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0F09C-0807-47B6-AA34-A55A538A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5795D-D10E-4217-B562-57514837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9AEF7-B7EC-4993-8F98-E3F8EC87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17632-8D1C-448C-8E9E-0213816B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404D1-D602-4B60-B3E9-C3FF2526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F8CEA-EEFF-4D0A-AE3A-2C1DFEE2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0121F-B387-47C8-B4E2-4219D43F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83EDA-0AAE-4DE0-9D68-752127E1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{{TRAINING_PRIORITY_1}}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089D2-DAF3-47F1-B894-B563CC70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6690F-3F8C-415F-B7ED-6764AE8E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14EF7-EDF8-49BA-AB45-AE101F6E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72A60-3E7F-49F7-9BA0-34245353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{{TRAINING_PRIORITY_2}}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FAE9E-1251-41CC-B523-4CBEF5F5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F09FC-2568-424E-9BEF-DB09CA0C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503A2-C5C6-44FD-9E5C-E8554D36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CD723-446C-4C88-8E9C-A25C9BD4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{{TRAINING_PRIORITY_3}}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14ABE8-E9AD-4DAE-9FD3-23444503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414D4-FC41-4C60-A318-B3EEF94C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11B90-62D2-4F7B-A397-19C45495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38F7B-1395-4FAC-915D-B3BDB499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{{TRAINING_PRIORITY_4}}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CAECBB-CFD0-4805-856A-92EBD744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0878C-D80D-44BB-AA49-D8F2AD67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7F81A3-A204-4138-829E-D2517FFE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900FCB-F142-49FC-A26F-3CE21900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{{TRAINING_PRIORITY_5}}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9A2CEA-B8BD-49A7-BC30-98FAC5AE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FF0DF2-AACA-4A17-98AC-E08AF8CE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0A184C-9CDE-4358-A709-10E328D6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BEB47B-51FC-40B9-838D-E282F696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{{TRAINING_PRIORITY_6}}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57A645-4ECF-4CBF-A1CA-CE0178D6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3CE739-2E6D-496E-8668-B57E826C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83625D-11F8-4A74-8AEC-5074A605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{{STANDARDIZATION_GOAL_1}}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{{STANDARDIZATION_GOAL_2}}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{{STANDARDIZATION_GOAL_3}}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{{STANDARDIZATION_GOAL_4}}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4BCBEF-E964-454B-93C8-384E11E4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D3FA65-A40B-4D5D-835F-18D09EA6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DD079B-AF8E-4AA7-9666-AB7E6B97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4EF83D-D414-4213-9CB5-2A381AB0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{{SECTOR_NAME}}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E82C76-80A1-4B73-A51E-5B6F26DA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42171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D0E443-0795-4F06-A3CD-1F345AAE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CA531-591C-4FD5-AC5D-92BC9186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516DF-8C92-42E3-814E-5F89883B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5BAC7-26E8-4B36-AA8E-E92047A2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C16C6-4C31-4577-B54A-3F343E30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AFF0E-8408-4501-8DCE-C5D7F7A9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8D500-E5CF-41B5-817A-4F051E14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7A877-9923-4E2D-A6E2-0C88E94B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{{TIMELINE_1_TITLE}}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0621D-729E-4568-A6E1-A46A3389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{{TIMELINE_1_DESC}}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F4AF4-68B9-4C1A-B851-9F0614A9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C861B-6689-462E-9256-04285A99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D7B91-A504-43F4-B5E5-835907DD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8A3E5-B456-4DE8-9562-247EF6B4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{{TIMELINE_2_TITLE}}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EB58E-6684-46E4-8FCF-BAB6EBBB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{{TIMELINE_2_DESC}}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66AC6-0041-451E-9DF6-178F6A27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B4074-A9B2-4182-88B2-E2F1694A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0DADC-0054-4EE8-BCCA-C6F0AB24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5171D-CAF0-4089-8E69-6485D0BD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{{TIMELINE_3_TITLE}}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4D2C9-7BF9-49AA-BA45-3718476A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{{TIMELINE_3_DESC}}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0BDC3-3F7C-4DA7-9090-6DE9FE0A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BC403-A53E-41F2-84FE-B457448C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8CFD4E-B8B8-46DE-9999-1D46F4F6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CF1552-3C6F-4C6B-A5F5-B38E586D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{{TIMELINE_4_TITLE}}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1170F-89BF-473A-B0C5-3C557FEC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{{TIMELINE_4_DESC}}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4A63C3-146E-492D-90B6-549D395E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953F54-2030-42F7-A5A3-69F43093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C9BAA2-C931-4159-9DE3-23BFBF56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DFD82F-0FE3-4B36-8880-312D1040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5916FB-5656-4F16-8FAB-B1A1748C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{{SECTOR_NAME}}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A0227E-0E89-49D2-9A8E-0F800278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60513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DAA0D-96B4-45AE-9DF7-2994A014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BD10E-63E7-4A0B-AAF9-637CE10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4E732-2B47-4B08-BEDE-C20DABD7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{{SECTOR_NAME}}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D6071-C75B-4E4D-B780-C69AC87F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CCFC8-C842-4C85-AEBF-6F41B284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C0941-0E7A-4BFB-BEA6-90209AEA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0E8DD-9FC0-4445-BCBD-3002C3E0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B7650-F630-4144-9117-D6271E5F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{{ORGANIZATION_NAME}} dans {{SECTOR_NAME}}.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F86B1-178C-4E59-A530-EBC34684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{{OFFER_BLOCK_1_ITEM_1}}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{{OFFER_BLOCK_1_ITEM_2}}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4B920-67F0-4B4B-8BB6-4D5CFFC9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2C645-7DF1-4BBC-A931-F84F5DF4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DCD29-C4C4-4E60-854D-2D60708A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880E9-99EC-4FB3-9509-4F2C653F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{{DECISION_MAKER_ROLE}} et les sponsors sur les usages utiles, les limites, la gouvernance et les arbitrages.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0E3BF-2017-42EC-9006-EBC6DFA6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{{OFFER_BLOCK_2_ITEM_1}}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{{OFFER_BLOCK_2_ITEM_2}}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AB54F-ADC9-4551-9784-83CAF295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D28C08-6E5E-4CDD-B242-636F5A56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25770-ED34-4903-AC2B-77500BF4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9AF73-2FF0-4CE6-9C91-DAB3A1ED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bons assistants, routines et standards dans les mains des équipes qui exécutent au quotidien.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47007-EA15-4106-B880-E90A54D6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{{OFFER_BLOCK_3_ITEM_1}}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{{OFFER_BLOCK_3_ITEM_2}}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2C4EF-4F1D-45EA-8AE2-10CFB73C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3691E-F684-451D-9BA8-AEA22DA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86738A-10F7-4A91-8C55-5D41D372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8128D-E937-4B40-ABCB-C875A508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d'une intention IA à un premier terrain visible, mesurable et gouverné sur 90 jours.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FE6E62-FD31-45F7-8B9F-A0AB84ED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{{OFFER_BLOCK_4_ITEM_1}}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{{OFFER_BLOCK_4_ITEM_2}}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C30693-FB4D-4EBD-B8C4-90CF58A5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271AAC-0443-4E76-A754-962E4FB2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{{SECTOR_NAME}}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F6AC15-5543-498B-BEB7-05E718D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41082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0C2977-8212-4BBB-AF6D-F07C824E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0F263-A600-4D00-9FE5-7DC8E735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cbaf156b94a49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86376-59FD-4C82-BC74-6A4AF5BF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5391F-53D0-4AF4-8772-E65C93DA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71FEF-59D6-4BB1-BA9E-0C3836D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7A5A0-D51E-4175-8C6E-B1437989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FAB3D-3599-4403-AB8A-91AB3B66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0E016-A810-4C77-8A8A-B2A2D43C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{{TRUST_POINT_1}}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{{TRUST_POINT_2}}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{{TRUST_POINT_3}}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{{TRUST_POINT_4}}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E4876-06AA-4909-936E-F7013C6B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33D37-F4A9-4CC3-B305-31CCE587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2D9E2-EE4E-4655-B265-B66DD3BE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1F8A7-6433-4A1E-829B-11EC29EB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7F411-A277-4A28-8988-5128C03B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{{PRIMARY_CTA}}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4F695-353C-4EE2-ACED-D10BF150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E5ABF-29DD-4F13-80E9-96D77724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19B938-2F86-4A5E-9E50-B142BD1D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D6EE2-712F-403A-A30B-1613A094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{{SECTOR_CONTEXT_1}}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42BC0-99F1-493A-ACEC-66D9E438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585C0-05A3-4C1F-9F3E-63BD6F74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{{SECTOR_CONTEXT_2}}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49FC2C-FB4D-41F0-A838-7D479653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17DD1B-E5DE-4801-9611-CD45C34F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{{SECTOR_CONTEXT_3}}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155D7F-4312-4E3B-846B-5B41082C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B6370-0B94-4593-BBC1-5F14ED60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{{SECTOR_NAME}}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AB80B-CE58-4DAE-A357-71BA11D5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38768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2026-06-13T23:00:09.4450000Z</dcterms:created>
  <dcterms:modified xsi:type="dcterms:W3CDTF">2026-06-13T23:00:09.4450000Z</dcterms:modified>
</coreProperties>
</file>