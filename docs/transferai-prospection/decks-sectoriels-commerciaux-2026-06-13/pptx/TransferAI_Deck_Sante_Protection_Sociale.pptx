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f225b1e9a34bf2" /><Relationship Type="http://schemas.openxmlformats.org/officeDocument/2006/relationships/extended-properties" Target="/docProps/app.xml" Id="R15224e1a80e240b3" /><Relationship Type="http://schemas.openxmlformats.org/officeDocument/2006/relationships/officeDocument" Target="/ppt/presentation.xml" Id="Rbef6101ecb6743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b206f6f6f24eca"/>
  </p:sldMasterIdLst>
  <p:notesMasterIdLst>
    <p:notesMasterId xmlns:r="http://schemas.openxmlformats.org/officeDocument/2006/relationships" r:id="R81ae461873f24817"/>
  </p:notesMasterIdLst>
  <p:sldIdLst>
    <p:sldId xmlns:r="http://schemas.openxmlformats.org/officeDocument/2006/relationships" id="256" r:id="R7aaec7890e40432b"/>
    <p:sldId xmlns:r="http://schemas.openxmlformats.org/officeDocument/2006/relationships" id="257" r:id="R95450093dfed473a"/>
    <p:sldId xmlns:r="http://schemas.openxmlformats.org/officeDocument/2006/relationships" id="258" r:id="R420bee717db5427e"/>
    <p:sldId xmlns:r="http://schemas.openxmlformats.org/officeDocument/2006/relationships" id="259" r:id="Rfd6d4f9402c4441d"/>
    <p:sldId xmlns:r="http://schemas.openxmlformats.org/officeDocument/2006/relationships" id="260" r:id="Rc19c91ca8a2e4484"/>
    <p:sldId xmlns:r="http://schemas.openxmlformats.org/officeDocument/2006/relationships" id="261" r:id="R8545d14163984fc3"/>
    <p:sldId xmlns:r="http://schemas.openxmlformats.org/officeDocument/2006/relationships" id="262" r:id="Rd311a99d4011491c"/>
    <p:sldId xmlns:r="http://schemas.openxmlformats.org/officeDocument/2006/relationships" id="263" r:id="R984b34dc0a784255"/>
    <p:sldId xmlns:r="http://schemas.openxmlformats.org/officeDocument/2006/relationships" id="264" r:id="Rd0104a6b4a444537"/>
    <p:sldId xmlns:r="http://schemas.openxmlformats.org/officeDocument/2006/relationships" id="265" r:id="Rf5a73838a76845d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28f271a5824f4f" /><Relationship Type="http://schemas.openxmlformats.org/officeDocument/2006/relationships/slideMaster" Target="/ppt/slideMasters/slideMaster1.xml" Id="R9ab206f6f6f24eca" /><Relationship Type="http://schemas.openxmlformats.org/officeDocument/2006/relationships/notesMaster" Target="/ppt/notesMasters/notesMaster1.xml" Id="R81ae461873f24817" /><Relationship Type="http://schemas.openxmlformats.org/officeDocument/2006/relationships/presProps" Target="/ppt/presProps.xml" Id="Rd33717d19eb842b4" /><Relationship Type="http://schemas.openxmlformats.org/officeDocument/2006/relationships/viewProps" Target="/ppt/viewProps.xml" Id="R8ef416fbf121446b" /><Relationship Type="http://schemas.openxmlformats.org/officeDocument/2006/relationships/tableStyles" Target="/ppt/tableStyles.xml" Id="R809b0f70480041e3" /><Relationship Type="http://schemas.openxmlformats.org/officeDocument/2006/relationships/slide" Target="/ppt/slides/slide1.xml" Id="R7aaec7890e40432b" /><Relationship Type="http://schemas.openxmlformats.org/officeDocument/2006/relationships/slide" Target="/ppt/slides/slide2.xml" Id="R95450093dfed473a" /><Relationship Type="http://schemas.openxmlformats.org/officeDocument/2006/relationships/slide" Target="/ppt/slides/slide3.xml" Id="R420bee717db5427e" /><Relationship Type="http://schemas.openxmlformats.org/officeDocument/2006/relationships/slide" Target="/ppt/slides/slide4.xml" Id="Rfd6d4f9402c4441d" /><Relationship Type="http://schemas.openxmlformats.org/officeDocument/2006/relationships/slide" Target="/ppt/slides/slide5.xml" Id="Rc19c91ca8a2e4484" /><Relationship Type="http://schemas.openxmlformats.org/officeDocument/2006/relationships/slide" Target="/ppt/slides/slide6.xml" Id="R8545d14163984fc3" /><Relationship Type="http://schemas.openxmlformats.org/officeDocument/2006/relationships/slide" Target="/ppt/slides/slide7.xml" Id="Rd311a99d4011491c" /><Relationship Type="http://schemas.openxmlformats.org/officeDocument/2006/relationships/slide" Target="/ppt/slides/slide8.xml" Id="R984b34dc0a784255" /><Relationship Type="http://schemas.openxmlformats.org/officeDocument/2006/relationships/slide" Target="/ppt/slides/slide9.xml" Id="Rd0104a6b4a444537" /><Relationship Type="http://schemas.openxmlformats.org/officeDocument/2006/relationships/slide" Target="/ppt/slides/slide10.xml" Id="Rf5a73838a76845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b78447cb324c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4110f972d2437c" /><Relationship Type="http://schemas.openxmlformats.org/officeDocument/2006/relationships/notesMaster" Target="/ppt/notesMasters/notesMaster1.xml" Id="Re5d3380fc66846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a7a94ebbb942e7" /><Relationship Type="http://schemas.openxmlformats.org/officeDocument/2006/relationships/notesMaster" Target="/ppt/notesMasters/notesMaster1.xml" Id="Rb2a4a5d211d543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f052d5423246dc" /><Relationship Type="http://schemas.openxmlformats.org/officeDocument/2006/relationships/notesMaster" Target="/ppt/notesMasters/notesMaster1.xml" Id="R0bf09785e06347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3661b14d984d65" /><Relationship Type="http://schemas.openxmlformats.org/officeDocument/2006/relationships/notesMaster" Target="/ppt/notesMasters/notesMaster1.xml" Id="Raa6b6988dea64c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7ad9fbfa204c67" /><Relationship Type="http://schemas.openxmlformats.org/officeDocument/2006/relationships/notesMaster" Target="/ppt/notesMasters/notesMaster1.xml" Id="R43bba307461b45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166dce47094501" /><Relationship Type="http://schemas.openxmlformats.org/officeDocument/2006/relationships/notesMaster" Target="/ppt/notesMasters/notesMaster1.xml" Id="R7ccb8cd4cfae4f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f5d03cfc9c4b1e" /><Relationship Type="http://schemas.openxmlformats.org/officeDocument/2006/relationships/notesMaster" Target="/ppt/notesMasters/notesMaster1.xml" Id="Rc110508465c74f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f2fe9843044c28" /><Relationship Type="http://schemas.openxmlformats.org/officeDocument/2006/relationships/notesMaster" Target="/ppt/notesMasters/notesMaster1.xml" Id="Rf52654a2e8e447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5dbf21b7914dae" /><Relationship Type="http://schemas.openxmlformats.org/officeDocument/2006/relationships/notesMaster" Target="/ppt/notesMasters/notesMaster1.xml" Id="R58a6882bf5bf44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2f5b8923d04785" /><Relationship Type="http://schemas.openxmlformats.org/officeDocument/2006/relationships/notesMaster" Target="/ppt/notesMasters/notesMaster1.xml" Id="R2d7a1ebe2bdf44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0d51845b849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a22f85fb78489e" /><Relationship Type="http://schemas.openxmlformats.org/officeDocument/2006/relationships/slideLayout" Target="/ppt/slideLayouts/slideLayout1.xml" Id="Rd868721f4d8349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68721f4d8349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27ebe6f1c4ab8" /><Relationship Type="http://schemas.openxmlformats.org/officeDocument/2006/relationships/image" Target="/ppt/media/image.png" Id="R29b29567fdb347b3" /><Relationship Type="http://schemas.openxmlformats.org/officeDocument/2006/relationships/notesSlide" Target="/ppt/notesSlides/notesSlide1.xml" Id="Rf2153a51160d47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15e2f210147f7" /><Relationship Type="http://schemas.openxmlformats.org/officeDocument/2006/relationships/image" Target="/ppt/media/image2.png" Id="R4d1c22e482c147da" /><Relationship Type="http://schemas.openxmlformats.org/officeDocument/2006/relationships/notesSlide" Target="/ppt/notesSlides/notesSlide2.xml" Id="Ra1c37481d11246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62cfe47784c44" /><Relationship Type="http://schemas.openxmlformats.org/officeDocument/2006/relationships/notesSlide" Target="/ppt/notesSlides/notesSlide3.xml" Id="R0a357bcbc1d74a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ea0b4a3c74acd" /><Relationship Type="http://schemas.openxmlformats.org/officeDocument/2006/relationships/notesSlide" Target="/ppt/notesSlides/notesSlide4.xml" Id="R1b87488d588c49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de86501934628" /><Relationship Type="http://schemas.openxmlformats.org/officeDocument/2006/relationships/notesSlide" Target="/ppt/notesSlides/notesSlide5.xml" Id="Rdda5610282d942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22ca583c34738" /><Relationship Type="http://schemas.openxmlformats.org/officeDocument/2006/relationships/notesSlide" Target="/ppt/notesSlides/notesSlide6.xml" Id="Rdd2dda6e2d5144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e9d064e074778" /><Relationship Type="http://schemas.openxmlformats.org/officeDocument/2006/relationships/notesSlide" Target="/ppt/notesSlides/notesSlide7.xml" Id="Rb1af403b7a6640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7b1d1401b4b0f" /><Relationship Type="http://schemas.openxmlformats.org/officeDocument/2006/relationships/notesSlide" Target="/ppt/notesSlides/notesSlide8.xml" Id="R58c921aa025e40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3349ca2794821" /><Relationship Type="http://schemas.openxmlformats.org/officeDocument/2006/relationships/notesSlide" Target="/ppt/notesSlides/notesSlide9.xml" Id="Ra043675a14324c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ec1d8e0db488b" /><Relationship Type="http://schemas.openxmlformats.org/officeDocument/2006/relationships/image" Target="/ppt/media/image3.png" Id="R933f890946364a0e" /><Relationship Type="http://schemas.openxmlformats.org/officeDocument/2006/relationships/notesSlide" Target="/ppt/notesSlides/notesSlide10.xml" Id="Re5b442134dae444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E0AF7C-7160-48B8-8E2C-73A3E3EF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0562F-005D-485B-8F58-6B04F6B5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6F48B-670F-4FC3-9B3F-55B6615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354B8-475D-4443-BAF9-7D23CA8D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C799C-1F5D-41F8-A5D7-C2BCE0E9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29567fdb347b3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0CA71-F89D-404B-905A-D88A68AE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5F033-178C-4D3B-9E52-D3331B07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Santé &amp; Protection Sociale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97190-B118-4363-861D-6ECB73AA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19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Améliorer la qualité documentaire, la relation usager et le pilotage non clinique avec une IA responsable.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A1EC5-DD95-4428-B704-56B7A52B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537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hôpitaux, cliniques, caisses et structures de protection sociale qui veulent transformer l’IA en meilleure documentation, meilleure prévention et meilleure qualité de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57BF0-0FA9-4705-99F6-82F9D1A3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1419F-70F0-4E33-8F89-0EDE71E6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B3FAB-84A4-4715-B15A-8DCD58C6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30DD3-2C89-4A75-94A8-7890631A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D5C7A-0672-42E6-BD93-4C2C81FD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5AD93-6251-4242-B53F-0FF3BA25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Hôpital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A8F56-3098-417A-9A0C-E41112AD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A9F69-0778-4710-BA44-A9B9DF34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Clinique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2A274-4BD6-4F06-AD77-5C26D7DB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10BA3-F649-4D01-B21D-AAED99FF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Polyclinique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1FA141-D888-4E66-B4B2-09F5AA9B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701487-4475-4205-AF50-79178948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Protection sociale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AC7113-714E-480D-B0F4-16D55BFD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109512-EA82-42E8-92BA-20B8858C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76C5D-99E2-4B99-A7FB-CA5FD10F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FD57D4-0D97-4D8C-80AA-CD6766C4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DD021A-D844-4956-A3E7-D4948F4B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0C01A-06D3-451E-A988-2C244882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387C14-D486-4D24-ADEA-4D2C2905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B4D0DC-75E5-4AEB-8010-947EB37B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5570D5-DDC6-42A9-8B87-CEA2C0EA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BB7C9B-39F3-4E2E-A468-7643CDDC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D6CB0D-9A2E-45B6-85B8-A74F1269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BDE059-C398-40B2-909B-49D79F17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3AC8B8-209D-4D0F-900F-57439193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8D6B3E-207E-4EB4-886F-61FA5853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2AC304-67D3-4ED2-ABEA-F7132544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1C1FC2-07E7-48AB-ACDE-E38D6D01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4D705-0063-4C60-A82D-A527A8CF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D6F6A0-483B-40B8-A6DA-C55D91F5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73E8DC-8A6F-434A-8448-3FC250F0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0FA0-6DFF-4140-87CC-0C63E875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B5353E-F4B5-4276-AAC7-E80803AC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Protection Sociale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6BD448-217F-40B9-8244-D4171124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05541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722848-AC5F-40CB-8966-62DED3BE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77498-9795-42A9-8FD1-B8267B40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1D855-EB9A-4D33-946C-D31AC5FE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santé &amp; protection sociale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A2CDF-6C20-4CD3-A6F7-01B2C408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bon positionnement ne porte pas sur l’acte clinique automatisé. Il porte sur la documentation, la prévention, la relation usager et le pilotage des programmes.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897E9-2C01-474D-BF84-0E327338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c22e482c147da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76EDD-7D63-478B-A859-307CABE7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1DCDC-010C-41F3-BF4C-C88EDEA0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1C3DF-9BF1-46F6-B9F5-EFF1CC48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9ADB7-15FE-4EB4-B0CB-39AA9678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557F1-6B96-4FDD-A499-9A0E0ACB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AFA38-D951-4843-9B12-70A814E9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F34A6-CFC2-4935-AB13-FE7276CE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1E581-CCDB-4BE5-8C9D-CAA005A5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Hôpital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7B028-FA01-4F9B-8845-3C0AA2D1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C3DBE-94D4-4327-A1F8-623FC545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Clinique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814B0-900C-4916-9C6D-820B3B8B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336C6-EF8F-48E7-AA8A-22ACA0EA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Polyclinique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378D3-BFB7-4A6B-A4C1-1141ADEE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054738-CF43-4E21-A841-4F765126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Protection sociale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5133F-D47C-4C47-A780-AE375ADF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8CA1D-60EA-4A4F-8C77-FA797E64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International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C3F02-9D33-455F-A96B-7CE02BE8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798454-B43B-4E67-869B-B3FF0E78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62DD9C-776F-4E78-B134-6FC3227B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03482-BC0B-45A2-97EA-BAB98180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288F89-6028-4029-8DFD-D4AE20F1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Protection Sociale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49DAB3-957A-4A86-A267-AD127965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73865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887E7-6F88-4C2D-88B6-F0FEC555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7D6CD-031B-4D99-AAC7-E8A831ED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0CC50-8750-40CD-99AB-AB158713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94502-8D60-442E-AB6A-026D5C6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7A951-63C6-4D70-AC87-D5600138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620F6-3214-4562-9492-56B2FA69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A818E-B032-4F1F-9375-7E915DCB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Charge documentaire élevée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0C0AC-A605-41E2-8C48-9EB39186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8009E-030B-4F97-A069-5C7E403B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Rapports, fiches, notes et supports absorbent beaucoup de temps utile.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53D75-24C3-4AD8-8326-E807B3AF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03AE9-B277-4B9F-B696-53EBB4E6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La documentation non clinique gagne en vitesse et en homogénéité.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9F2BB-8CB9-4264-ACFB-89DC540A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7513E-B55B-4C83-82C2-328FB012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93A24-C6AA-45C9-BDE6-538ED7C5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Relation usager perfectible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BB335-E422-4FBE-B546-FB83137A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0FA1C-501B-447D-A56E-3DE961CE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questions et réclamations sont nombreuses et peu capitalisées.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C11A6-4BB1-4114-98CA-7A6C7C39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2B79D-0A04-40CC-A7D5-D6B54A99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des réponses plus cohérentes et un meilleur suivi des motifs.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B7E9D-39EF-4F41-BA20-4494778F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49003-C701-43A6-AA4D-A4E338D2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545668-AF06-48BD-9C27-B2D2706E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Retours terrain sous-exploités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203BA-CDC2-4740-9073-5968666A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BCED07-7A25-4452-8C37-F53B04A4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Incidents, questionnaires et verbatims remontent lentement dans les décisions.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0E39C-193F-4C18-A176-D3B7A63E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B259F5-6815-49A1-8BDF-274CB4CF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lisent plus vite les signaux faibles et les priorités d’amélioration.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6F7571-36FB-4F3F-B3A6-F8764153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5D7B3D-BB04-4096-9355-3DE411A2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FEFBF1-CFED-4CDD-ABC1-5B62387A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Programmes difficiles à piloter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324114-9EA7-4454-973F-487CB8F2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07D608-558B-4592-89F7-69330377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QVT, HSE, prévention et qualité manquent parfois de supports de suivi clairs.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ABCC47-1497-4E49-A7A6-9938AE9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D3152C-F97B-48A7-B927-3AAFDA1A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indicateurs et plans d’action gagnent en continuité documentaire.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1B5840-3983-41CC-97C9-6FC99D82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721895-BA34-404A-AEA1-35B285D7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83C232-A43F-4813-828F-2365B864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D4FEDA-2C45-4F35-B4B6-3F9D524D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D5EC95-07E1-460D-A1AA-63E99A0D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Protection Sociale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E5ABF3-32C0-4F9A-8DB2-A946A4EE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18451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6BBA7F-B15B-4CE1-B7F1-A4B1B002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5AA22-61B7-44EA-9347-0CFDE784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B1933-32E5-43BF-919F-6FCAF438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6CB29-6933-4E04-ADB9-CDFC8372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CAF93-B0D4-45FE-918E-5F71662F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CB112-501C-4998-82D9-E32B3D0C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25 à 45 %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08502-63FF-4BD3-8F10-05FE7FC9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la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BE7F5-8910-40C5-B2B0-0536A3FC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rapports, supports, synthèses, fiches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EA343-9D1C-47E9-86D8-D4C2FEAA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54D32-F136-4AB6-A4FE-DEEB2B1A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Réponse plus cohérente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E74D8-9B76-4035-BD2F-1F5F600C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côté usager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84004-FC21-4E99-84D7-E08FB9E5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guidance, réclamations, information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E25C9-8E89-489F-817E-51B6D153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964FC-882B-458B-986D-96C69650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Signaux mieux lus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0D501-F975-42E5-AE3C-052B598A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responsables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5AD0C-7540-4920-A932-7E55F454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incidents, retours, questionnaires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E83ABA-C893-41A5-81F5-C0085C98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DC22A-980F-4944-9A6C-86B368D1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Programmes plus stables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9BB3E-22B7-401C-A1EC-692CDB28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dans la durée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C4862-1A30-46A0-AC73-F837CDB6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QVT, prévention, qualité, HSE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433A6-9B65-420B-9901-1CD23786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202749-2696-4AF8-AC6E-6BDA11E8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E8AA8-A960-49E7-AB4A-5C7563B4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E89A1-F84C-46FD-A31B-A183F1A4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EC5BF-54A6-4044-860F-7D38700B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A3DFB3-D71A-4CB0-9474-8BC95BC6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Protection Sociale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E98B41-5CA2-4D7A-A12F-8CCD7ED4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29207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1F75DC-8E94-4FF7-9C49-079944E3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11B0B-A14D-404E-AEE3-F43B69CE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51B76-1443-45D1-BDCA-CF48F495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FF82B-0684-45A8-856A-B44A7BC4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5C7B0-A403-4E26-B35E-AD646EE8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4870A-CCE6-4960-8BF5-2039434B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949E5-2C2E-4FD9-AF5E-DFC826DC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Documentation qualité et rapports non cliniques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6F4D2-5FF1-4094-8096-57A1A0CF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A4302-E982-44E4-9DFF-46212180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rédigent de nombreux documents répétitifs à forte contrainte de forme.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473C6-AA6A-4D15-A1EF-E4ACDA61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4E35F-1A73-4145-8859-49947423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rapports et supports gagnent en vitesse de préparation.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AA945-E141-4CF1-8FC5-8C6602C7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F619F-9EEE-4B96-91DF-9271745A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rédaction ; taux de conformité documentaire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7A0EC-DA34-4A9E-9FDC-2FDEC096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9BB01-D52D-470A-95EC-BA71B95E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201A9-BC7F-4C43-A826-A4A91436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Assistant de réponse usager ou assuré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018F4-10A9-4265-9B98-30F43260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601D5-CD02-442A-8891-9CF89AFC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demandes simples consomment beaucoup de temps répétitif.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C03A3-0E1A-4881-B218-410CDBAC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62C8B-0B20-4707-9280-549589CE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assistant encadré fluidifie les réponses récurrentes.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77B21-C5A9-4418-B881-3C39141B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8C369-9C53-40D6-9BBC-2D95663B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moyen de réponse ; satisfaction usager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8449C1-AB7B-4395-AC8E-FA875B18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11961F-7714-4F7E-97CE-7F2304CF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9694CF-BBED-496D-81EF-6CD0C3CC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Analyse des retours et incidents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02DE11-66C9-4C55-A80D-6602DCD7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442031-43B5-4C58-8E0F-86E37FEB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signaux terrain remontent difficilement dans les décisions.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67E278-EBC4-44DC-95E3-E6669DE4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B1A95D-1380-4D23-9884-89D97C43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relisent plus vite motifs récurrents et points de vigilance.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0347DC-D830-4FA5-BA90-21270675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EBC5A-9F08-477E-9A76-164A6F56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d’analyse ; nombre d’actions correctives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C46DE4-1153-49CA-A762-09E19B76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0B7EE7-7BC3-4C9B-9234-BA8927CF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E42912-455D-4FD0-9A58-25C9A6BF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QVT / HSE / prévention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747BF1-2221-4835-83D9-6D23A134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8BE672-B727-449C-87A0-AB1ED8B0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programmes existent mais restent difficiles à suivre dans le temps.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A045B9-2DBF-41DF-9D5E-92599132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6DEAD7-B718-49AB-B382-66ED87BE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plans d’action et indicateurs gagnent en visibilité.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C64749-5E00-449F-8BF3-251D99DE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7D81FC-E2BD-494A-806F-BC799934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Rythme de mise à jour ; visibilité des plans d’action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0F4339-EFF2-4004-8EBB-36152C96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88D57F-02BF-4B1F-8E5A-13DFC932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Protection Sociale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87091D-BDC5-4474-B639-AC28D293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23560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B2ECCC-6F7B-4689-BB65-62A33816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566E6-EB0A-4E3E-9FA8-6B0284B5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7634C-99F5-462C-B1D9-C7BA977B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E6238-4A3A-4D8F-B2CD-7CF83C30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2E458-59D1-402E-9B24-F5C9D6DA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1E1AA-4FEA-4375-8B85-7E1D01A0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37F31-AB5F-4C35-9E09-94955632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Documentation qualité et rapports non cliniques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8103F-971E-4B80-B9E2-E576A105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F458B-7D6A-4372-B901-0C316856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rédigent de nombreux documents répétitifs à forte contrainte de forme.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89F24-7143-4B6F-81F1-6578442C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0953D-AC6D-405E-93F0-D47AAAEF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rapports et supports gagnent en vitesse de préparation.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6EB8B-DBB2-40DB-A6A8-9C7832F6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5610A-2903-4ABA-B4C5-C5DB38E7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rédaction ; taux de conformité documentaire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6853B-1527-4B67-AA77-48262CD0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E5D34-2414-4D04-855A-D808AAEB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1A543-B425-4882-9250-94011D60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Assistant de réponse usager ou assuré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2610B-91DA-47BD-A6AD-3B6C596A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EC69A-4AE8-4D56-8FF5-9AE61F8C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demandes simples consomment beaucoup de temps répétitif.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2CAA7-5751-4F35-AA53-237F7AE9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EF880-5707-4B3F-9D7A-D22D0C5E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assistant encadré fluidifie les réponses récurrentes.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06215-566C-4337-A795-EAD8BEC8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BBE40-FAB5-44E8-AAAC-0BC84368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moyen de réponse ; satisfaction usager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B76DD-C034-4533-87E7-DCB4BDC7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B9622B-1C12-4959-AFE6-2E74E774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4906E6-ACE7-40C2-8456-E30E94A5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88CF6F-495E-4631-8816-70EA1E24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Protection Sociale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96E82C-C47C-4E7C-8E52-FD5ABB0B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872110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5BC32C-A206-4DF3-B399-931160D8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1A59D-A665-4F7F-9770-3DF92BCB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D3D10-AF62-4EE4-A423-746C065C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1389C-AED1-4AF5-9366-709B8576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58EBE-3DC8-417C-BAEF-F1AE943B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44A49-8524-4B00-8787-2E4E2DE3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9111C-80A3-4EDB-8D7A-5BF83503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503C9-923B-44C2-92DC-4A9BF2AC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247F3-4BA0-4233-9F11-3FA7061E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4C9B3-229B-4A21-8D31-194D615F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Programmes de Santé au Travail avec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47CF7-22F3-4AD5-B82D-05649E4C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9C009-205D-4D91-8EC1-2D96E293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1DF57-89CA-46EE-AA2A-BCF9C39C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F0EBE-CCF7-405A-ACA3-98B21F5A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QVT et IA : Qualité de Vie au Travail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A181E-DF78-42AE-B751-CA599CB6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10CB1-0348-49F1-8CFD-14AE0DC2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D4CF4-494A-4323-B003-F60EAF83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B42F6-C335-4CBC-A49A-2218FAF3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des Réclamations Automatisée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D4E68-A8FE-4291-80BE-07316505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279AFB-71DE-47F8-BCF6-BAA29FFF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0AD63-5242-42B7-A785-CAE447C8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C73B2-B411-4053-BDE6-08E80536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Analyse de Sentiment et Feedback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FAFFC3-4618-4D7C-B244-C459EC04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73E95-C448-439D-893D-CE3D00A1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30B7C3-2241-4290-908C-01927B52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D7DF58-D7DC-4C07-9EE1-D42751DA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Documentaire Intelligente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115243-F131-406E-A76C-8DD1D6F5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0274F4-FA53-43A3-B717-A397EE89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004FB1-A7C6-4422-9B77-9CC3A997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8BD5FA-E097-4533-8A37-731E0556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Conformité HSE et 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11C17-3483-4AF3-A66C-28255247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FE955F-8A54-4DDC-8110-AD021156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19A662-BC9F-494F-8801-5AA7732D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Accélérer la documentation sans s’aventurer sur des décisions cliniques automatisées.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structurer la relation usager et l’analyse des retours.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Donner aux responsables qualité et prévention une lecture plus rapide des signaux.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un cadre documentaire plus stable pour les programmes transverses.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8F7A25-B7DC-4614-BB80-217EA6C8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B6B5C4-EF03-4042-BE4B-016A4383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FB80A2-BACD-4062-81FF-4C7CD3DD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E95376-EAB1-44FC-8098-A81E3180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Protection Sociale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8444B1-7A5A-4771-B47F-911278AA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26969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6F18C6-011C-4E32-A86A-2DD73909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959AA-4848-403E-A6E0-0C981D67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ACAB4-7340-4B4B-BFF5-A67B70D0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FC59B-50B6-437B-8A86-C915E334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7DDF6-C719-473D-BC4D-BF80945A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773F2-03F1-4650-87F5-D66BD5EB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9009D-0D77-4A57-9565-2B712859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210E3-0A62-48A7-8C69-643BBB0E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BA445-98EC-40E4-9F1F-89F93DA9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7F169-5C75-41E3-918A-5AFD09B0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0E8E1-CC38-4493-9A60-5BFEF5BF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044D8-3255-4226-975F-88596A11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F6330-9DC0-4E34-8957-19A61D00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1EA6E-3EB1-4364-A488-210E94F9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15E1E-CF3E-4F56-8F45-D2B293CF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682EE-7E8B-4189-8002-03088127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490EF-64A9-4582-A1E5-73C0FAC6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1C937-A381-4A37-BE2D-43291902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60CDC-E97F-4E66-9DAD-AF0B6E09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00A17-069B-467B-8C55-1477EDD1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D86FF-F0F1-413C-A7DC-F2FA72A7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C2645B-0D47-46A5-94C8-2D6420AB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8D617A-29B0-4AAE-AF00-8406D92C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89B845-344B-4CA9-A0C2-E4182FB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162E82-819B-49B6-B30E-2314943B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195E4B-82E1-44F1-B544-0367D402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7E45D1-5F71-47FE-BC06-59E5126B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B2C166-1146-44C2-B64F-C230A05F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5030E0-A092-42CE-B0CB-26924952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Protection Sociale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1078AC-58F0-406C-871D-0DF52761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17760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AD755C-C5C4-4B62-8667-D2894824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9BC33-CFDA-43B2-8EAB-5554379F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F7C42-4D4A-4A9F-B2C7-F954FE8A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santé &amp; protection sociale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CA371-3AF9-4A22-9267-EC540E5A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1E704-6344-4B16-8279-B2D03F75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551A9-FE87-488B-AC87-2EEBA5C5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6BE7E-46BA-4527-B9C8-24B18A37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A9566-931B-4466-96A7-6D439577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Santé &amp; Protection Sociale.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DA8B7-0114-48BE-82EC-D2BBADF4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286C6-741E-432F-AB2F-E0A69B3F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A1746-C933-4E46-A417-88BC5090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E23AD-1BA9-4994-951D-74C4A99E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99C9F-789C-40FC-BD7D-6408AF3E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6EB69-6FA1-4790-84B7-80470092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DD677-C2E7-4803-82DD-2A15D637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4D558-358C-49DA-B768-17217C35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01173-54CC-4308-B1B7-8E7728BD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59D47-A4D6-4BCA-9AF3-8955CC4A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7E665-2504-44CC-A2AD-E1F6BA9A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8AB7B-EF60-4348-8B82-D9DD4428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5A0CF9-768D-49BA-B8B2-D4FF6067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4DB64-48AF-4AD9-8684-43A2A814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43612F-BDFF-44E2-A4A3-45A7ADD5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9C6B50-74E6-407D-BADA-5C1A50A7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78BD6-9C60-40DF-AB8E-CC23F3C3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348876-7313-4FE5-BF4C-1E494F58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Protection Sociale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042DC8-E63D-4640-9E80-A875D8F8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26032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C2AF28-D518-46A3-B9ED-30E25711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B9623-F7DD-4B7B-9758-07FEC04D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f890946364a0e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D254E-18C8-4B53-AE69-BFF86819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2EB8F-0543-4730-B624-4C8D4D05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FBDBE-1B04-4D56-8D78-3849A358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9AE67-E488-47DD-AB5A-B254C330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9A069-CDCD-4105-82F8-6924F3C6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A435A-1E65-4372-992E-B455E47D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excluent toute décision clinique automatisée et restent centrés sur documentation, prévention et pilotage.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870FF-59E4-43C0-835D-FFC4FB33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35529-539A-4FB8-83D2-67306689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A2116-304B-411F-9D4B-A6CE267A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1557C-0335-4F73-B4BA-A6CD6F3E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FC2AC-3668-43B2-931E-7AA53B1A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75CC3-EA43-4BF8-92DA-028556A1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66A04-B951-4844-B697-CEC003A7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93A65-E0EF-47BB-90CF-A6F615EC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25489-D433-43DD-BEDC-2B2D4CD7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Hôpital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86A32-8C67-48C7-A8AE-5AE8C1F6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E98C94-160E-4DE0-8AB0-3B56EC5D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Clinique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B4752-6580-42EC-9153-48377799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A72AC-7273-4916-80FB-62213F75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Polyclinique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2B0AD-11FD-49A0-9BD4-0DE02690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32A4B7-753E-478E-938F-F9E24AC1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Protection Sociale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7FD89C-83C6-41DF-AF4D-981BAA73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44316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2026-06-13T00:09:53.5800000Z</dcterms:created>
  <dcterms:modified xsi:type="dcterms:W3CDTF">2026-06-13T00:09:53.5800000Z</dcterms:modified>
</coreProperties>
</file>