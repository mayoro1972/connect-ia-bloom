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4c031ae78460f" /><Relationship Type="http://schemas.openxmlformats.org/officeDocument/2006/relationships/extended-properties" Target="/docProps/app.xml" Id="R914d0d5aef4c434e" /><Relationship Type="http://schemas.openxmlformats.org/officeDocument/2006/relationships/officeDocument" Target="/ppt/presentation.xml" Id="Ra3467a596f7f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0774fe1a0d4672"/>
  </p:sldMasterIdLst>
  <p:notesMasterIdLst>
    <p:notesMasterId xmlns:r="http://schemas.openxmlformats.org/officeDocument/2006/relationships" r:id="R892b59bb050f4e90"/>
  </p:notesMasterIdLst>
  <p:sldIdLst>
    <p:sldId xmlns:r="http://schemas.openxmlformats.org/officeDocument/2006/relationships" id="256" r:id="Rfe2eeb0018374c0d"/>
    <p:sldId xmlns:r="http://schemas.openxmlformats.org/officeDocument/2006/relationships" id="257" r:id="R53830fb8264d4dc3"/>
    <p:sldId xmlns:r="http://schemas.openxmlformats.org/officeDocument/2006/relationships" id="258" r:id="Re36c1aebb30b42c5"/>
    <p:sldId xmlns:r="http://schemas.openxmlformats.org/officeDocument/2006/relationships" id="259" r:id="Ra9561378b1a74157"/>
    <p:sldId xmlns:r="http://schemas.openxmlformats.org/officeDocument/2006/relationships" id="260" r:id="Rd51501a6601c491a"/>
    <p:sldId xmlns:r="http://schemas.openxmlformats.org/officeDocument/2006/relationships" id="261" r:id="R1f7649b35e494f60"/>
    <p:sldId xmlns:r="http://schemas.openxmlformats.org/officeDocument/2006/relationships" id="262" r:id="R04dcd98e469d4fff"/>
    <p:sldId xmlns:r="http://schemas.openxmlformats.org/officeDocument/2006/relationships" id="263" r:id="R0cff9f00fa1244df"/>
    <p:sldId xmlns:r="http://schemas.openxmlformats.org/officeDocument/2006/relationships" id="264" r:id="R45e94430add24ba8"/>
    <p:sldId xmlns:r="http://schemas.openxmlformats.org/officeDocument/2006/relationships" id="265" r:id="R269afc70e8a248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aca15700b940a2" /><Relationship Type="http://schemas.openxmlformats.org/officeDocument/2006/relationships/slideMaster" Target="/ppt/slideMasters/slideMaster1.xml" Id="R320774fe1a0d4672" /><Relationship Type="http://schemas.openxmlformats.org/officeDocument/2006/relationships/notesMaster" Target="/ppt/notesMasters/notesMaster1.xml" Id="R892b59bb050f4e90" /><Relationship Type="http://schemas.openxmlformats.org/officeDocument/2006/relationships/presProps" Target="/ppt/presProps.xml" Id="R6906696ad88d46c4" /><Relationship Type="http://schemas.openxmlformats.org/officeDocument/2006/relationships/viewProps" Target="/ppt/viewProps.xml" Id="R4eafc39d3945475a" /><Relationship Type="http://schemas.openxmlformats.org/officeDocument/2006/relationships/tableStyles" Target="/ppt/tableStyles.xml" Id="R4a917c537a5e48c1" /><Relationship Type="http://schemas.openxmlformats.org/officeDocument/2006/relationships/slide" Target="/ppt/slides/slide1.xml" Id="Rfe2eeb0018374c0d" /><Relationship Type="http://schemas.openxmlformats.org/officeDocument/2006/relationships/slide" Target="/ppt/slides/slide2.xml" Id="R53830fb8264d4dc3" /><Relationship Type="http://schemas.openxmlformats.org/officeDocument/2006/relationships/slide" Target="/ppt/slides/slide3.xml" Id="Re36c1aebb30b42c5" /><Relationship Type="http://schemas.openxmlformats.org/officeDocument/2006/relationships/slide" Target="/ppt/slides/slide4.xml" Id="Ra9561378b1a74157" /><Relationship Type="http://schemas.openxmlformats.org/officeDocument/2006/relationships/slide" Target="/ppt/slides/slide5.xml" Id="Rd51501a6601c491a" /><Relationship Type="http://schemas.openxmlformats.org/officeDocument/2006/relationships/slide" Target="/ppt/slides/slide6.xml" Id="R1f7649b35e494f60" /><Relationship Type="http://schemas.openxmlformats.org/officeDocument/2006/relationships/slide" Target="/ppt/slides/slide7.xml" Id="R04dcd98e469d4fff" /><Relationship Type="http://schemas.openxmlformats.org/officeDocument/2006/relationships/slide" Target="/ppt/slides/slide8.xml" Id="R0cff9f00fa1244df" /><Relationship Type="http://schemas.openxmlformats.org/officeDocument/2006/relationships/slide" Target="/ppt/slides/slide9.xml" Id="R45e94430add24ba8" /><Relationship Type="http://schemas.openxmlformats.org/officeDocument/2006/relationships/slide" Target="/ppt/slides/slide10.xml" Id="R269afc70e8a2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dd21c0d37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4eee5346c4a2d" /><Relationship Type="http://schemas.openxmlformats.org/officeDocument/2006/relationships/notesMaster" Target="/ppt/notesMasters/notesMaster1.xml" Id="R1746116738f44f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beebf0b0954f0e" /><Relationship Type="http://schemas.openxmlformats.org/officeDocument/2006/relationships/notesMaster" Target="/ppt/notesMasters/notesMaster1.xml" Id="R6504cad88d5346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e27b1e533a42a4" /><Relationship Type="http://schemas.openxmlformats.org/officeDocument/2006/relationships/notesMaster" Target="/ppt/notesMasters/notesMaster1.xml" Id="R1d27b82ef1fd4a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3aead93914e4d" /><Relationship Type="http://schemas.openxmlformats.org/officeDocument/2006/relationships/notesMaster" Target="/ppt/notesMasters/notesMaster1.xml" Id="R77fc1ad2617347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fb738a1f994045" /><Relationship Type="http://schemas.openxmlformats.org/officeDocument/2006/relationships/notesMaster" Target="/ppt/notesMasters/notesMaster1.xml" Id="R3f8fa8890c17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dbbc365d7849a7" /><Relationship Type="http://schemas.openxmlformats.org/officeDocument/2006/relationships/notesMaster" Target="/ppt/notesMasters/notesMaster1.xml" Id="R458ca85be350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c726df35604415" /><Relationship Type="http://schemas.openxmlformats.org/officeDocument/2006/relationships/notesMaster" Target="/ppt/notesMasters/notesMaster1.xml" Id="Rc0cfa777968e4a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b7b85fe834605" /><Relationship Type="http://schemas.openxmlformats.org/officeDocument/2006/relationships/notesMaster" Target="/ppt/notesMasters/notesMaster1.xml" Id="R21f05a9dd8e540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cf87b5b55b4b21" /><Relationship Type="http://schemas.openxmlformats.org/officeDocument/2006/relationships/notesMaster" Target="/ppt/notesMasters/notesMaster1.xml" Id="R2acf2153ab024c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45f1b302704b1f" /><Relationship Type="http://schemas.openxmlformats.org/officeDocument/2006/relationships/notesMaster" Target="/ppt/notesMasters/notesMaster1.xml" Id="Rac5a46fb275c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ee143ebb844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d00040e85491a" /><Relationship Type="http://schemas.openxmlformats.org/officeDocument/2006/relationships/slideLayout" Target="/ppt/slideLayouts/slideLayout1.xml" Id="R22a868379a7446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a868379a7446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78602c7dc4fc9" /><Relationship Type="http://schemas.openxmlformats.org/officeDocument/2006/relationships/image" Target="/ppt/media/image.png" Id="R97b365257e9449bb" /><Relationship Type="http://schemas.openxmlformats.org/officeDocument/2006/relationships/notesSlide" Target="/ppt/notesSlides/notesSlide1.xml" Id="Rd9ea62bec2f4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5318643514144" /><Relationship Type="http://schemas.openxmlformats.org/officeDocument/2006/relationships/image" Target="/ppt/media/image2.png" Id="R52d8a58afbe74aa1" /><Relationship Type="http://schemas.openxmlformats.org/officeDocument/2006/relationships/notesSlide" Target="/ppt/notesSlides/notesSlide2.xml" Id="R98faa4c2bc18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813d9c9924cee" /><Relationship Type="http://schemas.openxmlformats.org/officeDocument/2006/relationships/notesSlide" Target="/ppt/notesSlides/notesSlide3.xml" Id="R49218a80038b49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a61014694dff" /><Relationship Type="http://schemas.openxmlformats.org/officeDocument/2006/relationships/notesSlide" Target="/ppt/notesSlides/notesSlide4.xml" Id="R16fc71b048d2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498992ef34214" /><Relationship Type="http://schemas.openxmlformats.org/officeDocument/2006/relationships/notesSlide" Target="/ppt/notesSlides/notesSlide5.xml" Id="R111847c1e0a242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c2e302dc04117" /><Relationship Type="http://schemas.openxmlformats.org/officeDocument/2006/relationships/notesSlide" Target="/ppt/notesSlides/notesSlide6.xml" Id="Rc1e330357d8545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c85075bb34af8" /><Relationship Type="http://schemas.openxmlformats.org/officeDocument/2006/relationships/notesSlide" Target="/ppt/notesSlides/notesSlide7.xml" Id="Raf4cc49b2fec4d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6fc3ab9f14149" /><Relationship Type="http://schemas.openxmlformats.org/officeDocument/2006/relationships/notesSlide" Target="/ppt/notesSlides/notesSlide8.xml" Id="R7a07ec2d8e2146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3bdf979534167" /><Relationship Type="http://schemas.openxmlformats.org/officeDocument/2006/relationships/notesSlide" Target="/ppt/notesSlides/notesSlide9.xml" Id="R032f2defb51246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dec88b0374d21" /><Relationship Type="http://schemas.openxmlformats.org/officeDocument/2006/relationships/image" Target="/ppt/media/image3.png" Id="R7b19c144d2374737" /><Relationship Type="http://schemas.openxmlformats.org/officeDocument/2006/relationships/notesSlide" Target="/ppt/notesSlides/notesSlide10.xml" Id="Re870abbfaf4545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6C6BA-BA8C-46DB-9942-9B177868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4933D-BFE9-446D-A6DB-2BF73C33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BE30B-A7CF-400A-80C9-20C8B0D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B4745-2B8E-4335-80C8-B2A263BC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5F439-CBAD-4A55-A236-1F8903D4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365257e9449bb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5EBB5-8BE0-49C2-BC38-5564DCC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F0EC8-1443-4B40-8EC6-978458E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Agriculture &amp; Développement Rural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F7DB1-A46D-4141-A8A6-9872E6CB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organiser la veille filière, la coordination terrain et la production documentaire autour des programmes ruraux.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CD588-8429-450A-9FB6-C3A63FA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institutions agricoles, filières et structures de développement rural qui veulent transformer l’IA en meilleure coordination, meilleure synthèse et meilleur pilotage des actions terrain.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A375D-1C7C-4ACB-A80E-962783B6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E81EA-8A0D-4C99-8DD6-760BC656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BE463-5FA1-4C47-A0BE-C2127EAF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76F09-0536-439C-94D3-017F6C91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36AB0-7D5F-474C-BD40-4E3E8340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DF698-24CE-4BB8-A619-5873692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Filière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5BA4F-68D3-428F-A3E9-EACBC0E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45B2B-794D-4D71-9EE8-3FE81D82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Coton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8E4FA-DD92-4BA9-82B4-C0758483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BDF80-E441-48BB-992B-5D502D5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Cacao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CA904-73DE-4232-A044-0EFBC36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49660-C0C3-49F0-8A7F-1172E34C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Recherche / Agriculture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B018A-7249-4F46-8ADE-BFCD826F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CD00A-48E1-42E2-ACCC-49DFE3A9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ABD9D-62FD-4C15-8BFB-AC6569F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46639-2953-4BF4-9598-F2A456D1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28D7B8-5FA5-444E-9C78-2B45DEF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1D14C-CC8A-45F2-BD0F-FCDA7FC2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8D177-B404-4EA1-8EB4-1FBDA8D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3687E-20AE-45CC-8B81-2B98BA8A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4FC0E6-68F7-4FE4-AC0F-AC583FF9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9D9D49-52A6-4FC0-A7A0-07A1E2C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CC077-CED0-4BFD-B874-73628EA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C1520-3755-4F0F-8A4A-EC3BF92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17853-49BE-4E7B-A59F-0D7470B7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A214E1-6A21-46F2-AD6A-4CE592E2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5BCA16-456E-430C-8C8A-455AF1A7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C9E354-20DC-4B30-97C3-0B1FFF2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279B67-C371-4BDC-AE5A-C4E8076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49B3BF-4F84-4BE8-900C-0AFBB194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B0215F-CC1E-4921-BD8E-C54743F2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6C96B6-FAEF-4EAE-BF02-9FD2E59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4F7C5B-E77E-4833-B085-9F6301BD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809C5E-8DAE-431E-88EB-3F48EDD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91968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A2DF5-ED63-44D2-B305-75E9E9D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76029-FA87-40CB-9682-801A7EB8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B769D-B5CE-4F33-937C-C77931DC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agriculture &amp; développement rural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91A1-4D6C-4F9B-A99B-3E9EEA93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retour sur investissement se trouve dans la qualité des suivis terrain, la rapidité des synthèses filière et la capacité à mieux préparer les actions de coordination, de sensibilisation et de pilotage.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31092-17CF-4057-82F7-DEB63170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8a58afbe74aa1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CBA9B-9FE9-4868-A8F7-DDF399C4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28B38-DBE9-4FDC-BDEE-420368F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7D352-232C-46B2-914E-C2802130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8CC98-CB6B-4A11-B869-49499E99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7C86B-3157-4F3A-A437-50DCAB3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4B84F-7AE8-4D72-A002-FE83C5E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CF448-E9FA-417C-A4BA-E9873F53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0ED11-CDB9-4AAF-B1D2-9C0B717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Filière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B24FF-91CB-4755-9F21-AB88336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2A256-5B16-436C-89F6-8B88E217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Coton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1A5D0-EC08-45DF-BDDD-D84458D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41ACF-BEA6-4C9B-9259-D07C9D99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Cacao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EAF92-BB90-475C-B103-6C1AF1F4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F1E3A-E847-446A-8D3C-1900A24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Recherche / Agriculture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32C2F-468D-48B2-ABE5-8D82965D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91EE6-8C35-452B-98B0-0BB51FF1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Rural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CCEE1-EC28-4804-AC4F-53DAC18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95FCE-6705-4601-9E59-63D29821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C6A11-DB9E-40C8-9095-F8A56A2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32870-86F7-48DF-AF31-4C969929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84F70-0449-46AE-A78B-77772F6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5FA71-E2CE-4519-AF5F-1BD681F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32127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2921E-3BD5-4CC8-953B-8E31BF36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7F8B9-8579-4528-9A4D-66D2FED8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E64A9-F296-43A4-B850-D01EB0C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69B3-D3FC-4D15-8F40-31B7E55E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E2456-2B2D-4AAD-B28B-2BB8D037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6F29F-15F3-43E7-8367-73EEF17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606D9-704B-4317-8960-231D755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Remontées terrain dispersées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0A722-11A8-4C68-9C60-98C5E8B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5862B-5EAF-4B78-A029-51F91856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informations programmes, filières et partenaires remontent de façon hétérogène.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392E5-11A1-4EDF-8BEE-6005224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91DCE-6C56-4894-B775-77E27733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synthèses plus claires pour piloter plus tôt.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049B7-9196-411E-BE54-C938C86C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F385D-CC75-4472-A23B-C4A5BDB3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9CDFC-A59B-4F5F-9A90-1F8CFF70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de programme lourde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7352C-3E99-414E-85C6-11D6149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22AF8-79D8-4A53-9BDD-50D3279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Rapports, supports, notes et comptes rendus prennent beaucoup de temps.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5ACE9-04D8-47C3-852C-28B557D7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4A7ED-9AE7-4338-B73D-4FBDA8DC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documents se préparent plus vite avec des formats plus homogènes.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24DDF-6B64-45ED-ABFC-1D28300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51D7F-E63C-474C-9B11-9EAEAAD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D09E1-9B6D-4481-A05E-BB57477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filière difficile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C1255-78ED-4037-B76B-09D1A7D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64D0C-400D-485B-8704-8C2328A3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marché, terrain et partenaires sont longs à relire globalement.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B27CB-609D-4CFC-A21E-9CFAE37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D6A07-C8CA-483F-95D8-FE32F46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disposent d’une vue mieux structurée des enjeux prioritaires.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BB8C0-BE54-462D-AA9E-77865F6A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37D91-6631-4E2C-9E7F-D67DE72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A2D1B6-00D1-46CF-8512-F3886B5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Actions de sensibilisation morcelées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AFC9A-27F8-4513-8A14-62268665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4FBB4-21AA-4A54-93A1-6E16036A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et messages terrain sont produits lentement et peu réutilisés.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656BA-9C2B-4206-B7DE-4E35A11C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C4F71-1C24-4853-BD59-E8721B7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déclinent plus vite des supports adaptés aux publics ciblés.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BA75A-99C2-4AE4-9701-DFE6DDE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3C6A2-604D-4CF9-8104-C0D3024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09F05-097A-45EF-9C3C-470F07C3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324A20-2D82-43D8-9645-721154C9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92EB79-85B4-45C1-89FC-D9F24D20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FDB371-40D8-4677-B770-FB068755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0515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F378E-330E-43A5-92D0-7FDBACB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373A5-8C78-413E-BEC0-405A8CF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F7401-A6EF-404D-B823-82171CC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91DBB-29ED-44E4-9A40-2335F556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0F316-D961-447D-8EAC-7BDEBED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97781-9F17-40D7-8EC8-2F2FC086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EE641-4A0F-4599-835A-655DC606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programmes et filières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28F44-6406-4527-831B-21039798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synthèses, incidents, points d’attention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5023-2144-4D19-BAF3-C263B6F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F7FCB-4041-497F-89E2-D4BC081B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Temps documentaire réduit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520A0-44F6-4FD7-BECE-583C917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rapports et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92A8D-586B-4BBB-9905-AC1417DE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comptes rendus, supports, fiches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6874B-9022-4F6B-AAD4-14BA942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A0EFE-A6DE-4486-9C6E-FE34814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Veille plus exploitable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8BE64-E754-4B50-A907-F523BF6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responsables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9CC33-18B9-45DD-92A8-E44BC19B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marché, terrain, partenaires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F7701-FA1F-4983-B356-F898AB2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6F9FF-0A58-4284-B0BD-ECD3FCAD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Sensibilisation plus fluide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5FC3C-CBF3-4D98-BF8E-B2A4BF9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auprès des publics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8E909-030E-4EC5-AA3C-9A59D567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supports et messages réutilisables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1AF53-2EC2-484D-915A-983B01F8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C6752-A733-42B6-AEFD-4D105EE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8608A-F447-4C13-9117-D78B273F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3D3B3-AA53-454F-B472-F689DB7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A31DD-CE31-49E1-8B97-32A64CC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0C5CE-23E1-4F62-B92C-CE5188D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956F6-D842-461E-B6AF-D7515888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32768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6A96C-8250-49CF-933D-63FEBAFA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42E1B-4226-4222-BF5E-B870522C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728F5-23EB-4D6B-B177-6EB0AF3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849FE-9195-4DA1-8180-64A1F70C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01BE5-F3A3-40DF-8D57-22D838B0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298BC-893C-45F6-9A7F-AD784B4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7EC4D-A96B-4C43-87E3-E1D76C6B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programmes et suivis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B9F0F-BDA8-4EAC-8076-82B57FB8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794A8-E744-4CC2-B2AA-2708884E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des informations peu harmonisées.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3F716-A355-4E5E-90F5-20E197B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925E3-3223-41F1-8879-F0DFE657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ressortent plus vite pour cadrer les priorités.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4B920-14B5-4B05-A632-6E68163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78DE9-E9F3-45FF-9E5F-FAC3E9DF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; délai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C4959-0DA0-4077-AE70-D640E394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5C648-4355-42CA-BD7E-A33E3C97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43AD8-927A-4D87-B176-FE78B46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de rapports et notes filière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867CD-821D-4895-BD0D-A476FAA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014B7-51B9-4D7F-9389-19C31990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prennent du temps à assembler et à reformuler.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802B-F214-4036-A39B-4769DDFD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4FB35-6C8C-4C10-B6AC-A4575E23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accélèrent la production avec une meilleure homogénéité.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62359-E5F1-4399-BD0A-CE6D40A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7427A-DCBE-45F9-B32B-2F9B7A27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taux de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210F3-459C-4AC5-81B6-1553E25A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1074A-EEED-4067-BD5D-EF33DF1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62A49-DDAE-4C4B-928B-37081294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filière et marché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A04919-8C96-452C-80C4-E04C4D99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36AC6-39D2-4943-9595-4E99B227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utiles sont difficiles à consolider entre sources.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8F5D7-317C-4C54-AB93-2E85DAE9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72197-EBE9-4870-A51F-92D8FF00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veille gagne en clarté et en rythme de diffusion.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F2560-35F2-49B2-9E53-02C0F8FE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E197D-37DE-45A8-821C-DF2AC40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Fréquence de veille ; délai de diffusion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9757A7-08BB-4244-9B26-70F38ED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7EE6D0-D334-4E9A-84C4-8CF323A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029DF-3127-4250-B3B5-834E406A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Supports de sensibilisation et formation terrain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3E9A23-04AA-436A-9C1A-BC385AD8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FD244-F410-4F3A-9302-8F0A7E4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messages et supports sont longs à produire pour plusieurs publics.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DC1471-72CB-44A6-9E90-C4BD6B08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B1DE59-EEC2-452D-9950-4E5F05B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contenus se déclinent plus vite selon les besoins terrain.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1A6D07-AFDF-4352-9C74-3AF5CC6B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A4129-76C6-4B91-89D4-F7DDC8D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nombre de supports réutilisables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38ED7-548A-4C5C-A577-B8AAF07E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689C94-8BE0-45C2-B3CA-14999A0E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6878FF-098B-43B8-ACE8-26FF537B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559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FC088-7BB3-41A0-AC7F-6D2A390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1AECC-78F5-443E-A22D-F7FC102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45D0F-830C-455C-8E5F-45A6A2B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4C2A1-EAFD-4FF7-9110-A9190DE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C1AA1-64E1-4DF3-9DCF-6AF5BB75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8E8F4-89B3-4858-91DB-347771F3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812E2-0DC4-46CD-B98C-EAC31461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programmes et suivis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CBBDC-57C9-4015-9A15-615BE5D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DF06C-65D2-459F-BF3D-419805DB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des informations peu harmonisées.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B800F-943D-438A-8357-FD890BA2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C3A5C-309D-4B53-80EF-33166C73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ressortent plus vite pour cadrer les priorités.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5F2B8-9BF6-4009-8198-21ABAD62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0A2AA-C20A-4964-A76F-4EB55FB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; délai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55BB4-A64B-4127-B6DA-0B8292C6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3904E-C4FE-4150-A068-E4338A36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6028A-BBD2-4FE0-AC54-7E71E864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de rapports et notes filière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C7B54-54AF-46EB-B7E2-5F720262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83432-6701-4F19-AE02-FAA69C7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prennent du temps à assembler et à reformuler.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F9084-C0C5-4FB9-9F3F-12E3E881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CED6A-268D-4C5A-92B8-E4FF7CC5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accélèrent la production avec une meilleure homogénéité.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3520C-D181-45E1-8EF3-2F26B9EF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06FA9-7B71-4DC1-AB87-9B92955B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rédaction ; taux de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D8899-B69F-4BEB-A137-BAE5618D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F41B5-170D-4C24-8268-265E8AF2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B7F14-62AB-4DDF-90B6-0EC73E68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E3C47-AF24-4645-BA85-E44EACB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CC6C9-133C-42AC-AF16-3B1ED37D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32745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864972-2869-4777-9BD0-119226C0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91A2D-9BB8-47F3-9D0D-79E616A6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61B86-A5DB-4045-BCE9-53CC521A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77D2F-5479-45DD-8FE2-FEE358E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0536B-5EB3-498A-8E93-ECC6D5AD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A0159-5B49-4D57-B64A-EA8FD9DC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E5516-5927-4DA8-9C5A-2EA9C8E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9292F-A1D7-48A9-AD1D-8A63A840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143AF-FEE6-4267-A6EB-B5AE5093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49F03-9326-41B3-911E-155CAC7B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73244-42B9-4AF7-867D-812E3A50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19AE4-AD16-4854-B66B-047D7D2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F3102-BEE8-4EA5-901E-BC4FE94B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86319-F1FD-4FEF-A195-3BC2FCF4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52529-245E-4946-8EC6-CA835EF5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1485D-913E-47B7-8DFF-92C87771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6CDF2-2E60-4665-8AC3-2DF60D4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02908-C505-4FD5-94D0-372BAFA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B77F5-48AC-45EB-ACD0-BDEF344F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6105C-5203-4CDF-AE9E-17BFBBEA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E35B2-B364-4821-B1BA-1B1E26C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D9C2C-ED00-484D-99A1-38251AAD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Conception Pédagogique Assistée par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12864-D968-4D12-A91F-AAC2907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83CDA-DA95-4D4A-9358-5A7E96C2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FBD90-DB35-436A-88D1-0A26262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23F44-8614-4270-B549-A8516D3E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Visualisation de Données avec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DC079-D9E3-496F-9257-01D93139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4F962-E031-4CA1-9007-0E74FFB6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7F815-B537-4D12-860F-FD5BD02F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C9973-5163-4BE4-90D4-D4A702DD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Communication Professionnelle &amp;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E6B7D-0807-4FF3-AB8D-E3A92C9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3F2B3-B890-4763-B96A-DAC0C5FD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6C6FB-2CC7-43B4-A9B2-7350FFAC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harmoniser les remontées et synthèses de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de production documentaire sur les programmes.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la veille filière plus utile au pilotage.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des supports de sensibilisation plus faciles à adapter et diffuser.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F390D4-1136-411C-BC8C-45611B3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FBB97C-4150-4DDB-8B5C-76DD4768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B1640-88EE-4AC6-BA93-A75377B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856CF-7DA8-4192-A2D2-6CEBDC0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1D28D3-9C53-48EF-A0EB-9C78DC1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14579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DA21A-153D-4506-96A3-6B8C1AF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F30B5-6F13-4D2C-ACE7-917BD70E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1215F-58DE-4607-8039-7AF4E72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963BD-1C3E-4C98-81BC-9315A78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54F21-D778-456C-980F-5D6D0888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9E6FE-B303-4FB6-AC9E-3C7FC47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1D832-D86F-4042-9061-7ED4F446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9F09A-2522-4512-9B17-025C1F37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87A09-090B-4D1A-BC44-43F3EEB3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D61AD-BBAC-4AD9-BA12-668BDDD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BDE69-BAB1-4894-8D26-279C05E2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AA295-4B25-4E0D-8671-552A1607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57188-974F-4176-8044-BC3D9CA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2C9D6-1994-4A93-A23A-4DD1248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53B9D-ADED-40F4-89E5-786814D2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E6132-26EB-4217-86D0-AD5A91BA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B7503-2AAC-4851-96D5-9EF6F38C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D3D53-7429-416A-A54E-3B0AC1E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F051A-B4F2-4059-8E50-EC2568A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475A1-3352-4B92-9C9B-84539663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51AFB-C047-44EC-A0BF-A590C2F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DE895-5F35-428F-A8DB-7A64BC80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9BEC6-87B1-40C8-BEA9-C2D359D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BE8E0-BD2C-4023-9F3B-1A24142A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EF712-C239-4DC5-B72E-C88EED3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44312-00FC-4C74-8EF9-4213FF6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EB2E8-D09C-4A39-87B4-324DD9EA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169A2-74F5-4C43-A5FC-475340DD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8533C-8695-40AA-82AD-DBA39DF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37733-C93E-4286-B3A6-30CBA773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01244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5C559-3B1B-4CD1-AA26-4CBBB8A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18205-D858-4244-98A6-AB3FE529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D7319-C236-4063-AB97-5B93991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agriculture &amp; développement rural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896FB-241D-4BAF-9274-2FC7196B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AB61A-8DF2-4265-8824-6BABFCC6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FF43-2C3B-4926-BA14-9549FAB0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055EC-55F5-4763-9716-37B9BB3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4814D-C9D4-4DBA-BA81-361BA8F9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Agriculture &amp; Développement Rural.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52011-9DE5-43F0-BA72-0C7D2F1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33130-8C98-44A3-B322-2D85544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63598-76A1-49DD-B771-CA8EDA6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5836C-E7A1-4EF1-B0DE-F14DC41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A5180-9D24-469E-AE3A-25055FD6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34D77-194B-4F9A-9CCE-569EF410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91806-7F5A-4F65-909C-8B94155D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D2F45-404F-41D4-B28D-206EB27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20670-745B-48FA-B459-2CE10BFC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50B85-748C-4A79-B3A0-771F814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4AE47-E87F-47A2-8B64-099B1E90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8D394-1A2C-42B9-8FDA-2C1CE7B1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E7673-47C8-4802-B948-E9E5D91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FC304-0C60-40FC-8551-8859232C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ABE3D-15DA-47FE-87DE-DD5AED81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267D7-DA59-4A5C-97D0-A5CDDA8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D57C9-08A8-4CA6-9ED5-6C906FB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B5168-170B-4BE4-B90E-C75D5AC9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7A282-F25F-4D89-B420-63C8B0E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08513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D32A8-AE99-4EA4-8753-75C42A5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C2DA7-1F19-4BE8-A9A7-86CB5ED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9c144d2374737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9E2FE-093A-448E-8705-51427C48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F81BD-A0B1-4CCA-9B25-AAF6CCCA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80BE5-B1E8-4172-B3D1-069AE8F5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EEBA0-7D54-4F78-8BA9-EEE0D457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4F823-D81D-4842-B989-A1923024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B55D3-522E-4F64-882B-4F2B4B2D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E42AD-52FB-408E-A96E-5410AD89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A3DB6-5ED2-4E9A-8719-4DC520A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AE1C8-02CC-4A08-8CD4-938DF78A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A92FA-6BE8-43C5-9688-5AA0D901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21FBB-C796-49BC-8F2D-D63E1A1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918A-94FD-455F-96D5-C99E1DF6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0C1AD-432A-4445-BC76-8AC8727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5287C-BA1D-4906-8355-9E29C6E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BDD4C-8C84-4003-834C-87BECB79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Filière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402BF-DFF4-4ACE-8A73-187153CE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F88EC-18DA-457C-8C7D-452CB431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Coton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795FD-4BE3-443B-B9AC-D6240C5F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BA9F3-D38D-41BE-A575-5AD42E89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Agriculture / Cacao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53F0A-C88B-4B6C-A02A-861A89B2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D858C-564A-4B6E-83E5-B5B0B7B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Agriculture &amp; Développement Rural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20640-0AAC-41BC-9EF0-888A5C1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000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2026-06-13T00:11:47.1960000Z</dcterms:created>
  <dcterms:modified xsi:type="dcterms:W3CDTF">2026-06-13T00:11:47.1970000Z</dcterms:modified>
</coreProperties>
</file>