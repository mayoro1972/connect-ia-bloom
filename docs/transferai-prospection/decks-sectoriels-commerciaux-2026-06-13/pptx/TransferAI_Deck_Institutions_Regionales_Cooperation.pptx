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37d2bc81f74bc7" /><Relationship Type="http://schemas.openxmlformats.org/officeDocument/2006/relationships/extended-properties" Target="/docProps/app.xml" Id="Rbc2e048eabaa475e" /><Relationship Type="http://schemas.openxmlformats.org/officeDocument/2006/relationships/officeDocument" Target="/ppt/presentation.xml" Id="R56e382419a964d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8c680634814d91"/>
  </p:sldMasterIdLst>
  <p:notesMasterIdLst>
    <p:notesMasterId xmlns:r="http://schemas.openxmlformats.org/officeDocument/2006/relationships" r:id="R2268cd169a634319"/>
  </p:notesMasterIdLst>
  <p:sldIdLst>
    <p:sldId xmlns:r="http://schemas.openxmlformats.org/officeDocument/2006/relationships" id="256" r:id="Re400aed9366b4a5a"/>
    <p:sldId xmlns:r="http://schemas.openxmlformats.org/officeDocument/2006/relationships" id="257" r:id="R319214ead76d4097"/>
    <p:sldId xmlns:r="http://schemas.openxmlformats.org/officeDocument/2006/relationships" id="258" r:id="Rb4cc82f8f341488b"/>
    <p:sldId xmlns:r="http://schemas.openxmlformats.org/officeDocument/2006/relationships" id="259" r:id="R5a36dac970f64e66"/>
    <p:sldId xmlns:r="http://schemas.openxmlformats.org/officeDocument/2006/relationships" id="260" r:id="Rb2933585838740f0"/>
    <p:sldId xmlns:r="http://schemas.openxmlformats.org/officeDocument/2006/relationships" id="261" r:id="R32ac689415af41f3"/>
    <p:sldId xmlns:r="http://schemas.openxmlformats.org/officeDocument/2006/relationships" id="262" r:id="R39b7507f0e01425e"/>
    <p:sldId xmlns:r="http://schemas.openxmlformats.org/officeDocument/2006/relationships" id="263" r:id="R7bc724a547354e2a"/>
    <p:sldId xmlns:r="http://schemas.openxmlformats.org/officeDocument/2006/relationships" id="264" r:id="R70cefaadb9e744a4"/>
    <p:sldId xmlns:r="http://schemas.openxmlformats.org/officeDocument/2006/relationships" id="265" r:id="R01d40340f9614e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2e59835dd48ca" /><Relationship Type="http://schemas.openxmlformats.org/officeDocument/2006/relationships/slideMaster" Target="/ppt/slideMasters/slideMaster1.xml" Id="R498c680634814d91" /><Relationship Type="http://schemas.openxmlformats.org/officeDocument/2006/relationships/notesMaster" Target="/ppt/notesMasters/notesMaster1.xml" Id="R2268cd169a634319" /><Relationship Type="http://schemas.openxmlformats.org/officeDocument/2006/relationships/presProps" Target="/ppt/presProps.xml" Id="Ra1e8465e721d43d1" /><Relationship Type="http://schemas.openxmlformats.org/officeDocument/2006/relationships/viewProps" Target="/ppt/viewProps.xml" Id="Rceb7ec18803d4fcf" /><Relationship Type="http://schemas.openxmlformats.org/officeDocument/2006/relationships/tableStyles" Target="/ppt/tableStyles.xml" Id="R1c1d0a86a9864a6f" /><Relationship Type="http://schemas.openxmlformats.org/officeDocument/2006/relationships/slide" Target="/ppt/slides/slide1.xml" Id="Re400aed9366b4a5a" /><Relationship Type="http://schemas.openxmlformats.org/officeDocument/2006/relationships/slide" Target="/ppt/slides/slide2.xml" Id="R319214ead76d4097" /><Relationship Type="http://schemas.openxmlformats.org/officeDocument/2006/relationships/slide" Target="/ppt/slides/slide3.xml" Id="Rb4cc82f8f341488b" /><Relationship Type="http://schemas.openxmlformats.org/officeDocument/2006/relationships/slide" Target="/ppt/slides/slide4.xml" Id="R5a36dac970f64e66" /><Relationship Type="http://schemas.openxmlformats.org/officeDocument/2006/relationships/slide" Target="/ppt/slides/slide5.xml" Id="Rb2933585838740f0" /><Relationship Type="http://schemas.openxmlformats.org/officeDocument/2006/relationships/slide" Target="/ppt/slides/slide6.xml" Id="R32ac689415af41f3" /><Relationship Type="http://schemas.openxmlformats.org/officeDocument/2006/relationships/slide" Target="/ppt/slides/slide7.xml" Id="R39b7507f0e01425e" /><Relationship Type="http://schemas.openxmlformats.org/officeDocument/2006/relationships/slide" Target="/ppt/slides/slide8.xml" Id="R7bc724a547354e2a" /><Relationship Type="http://schemas.openxmlformats.org/officeDocument/2006/relationships/slide" Target="/ppt/slides/slide9.xml" Id="R70cefaadb9e744a4" /><Relationship Type="http://schemas.openxmlformats.org/officeDocument/2006/relationships/slide" Target="/ppt/slides/slide10.xml" Id="R01d40340f961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479c19b2c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86e7123f0d413a" /><Relationship Type="http://schemas.openxmlformats.org/officeDocument/2006/relationships/notesMaster" Target="/ppt/notesMasters/notesMaster1.xml" Id="R5055cce06d2a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81e2bee924a79" /><Relationship Type="http://schemas.openxmlformats.org/officeDocument/2006/relationships/notesMaster" Target="/ppt/notesMasters/notesMaster1.xml" Id="R77b1ca6e802f48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406aa5a81466a" /><Relationship Type="http://schemas.openxmlformats.org/officeDocument/2006/relationships/notesMaster" Target="/ppt/notesMasters/notesMaster1.xml" Id="R8c4376ec404942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d7cc3e68f4032" /><Relationship Type="http://schemas.openxmlformats.org/officeDocument/2006/relationships/notesMaster" Target="/ppt/notesMasters/notesMaster1.xml" Id="Rd2abee66be314a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8d1bdc10d9488f" /><Relationship Type="http://schemas.openxmlformats.org/officeDocument/2006/relationships/notesMaster" Target="/ppt/notesMasters/notesMaster1.xml" Id="R06f61e78cb194d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71a31493840b1" /><Relationship Type="http://schemas.openxmlformats.org/officeDocument/2006/relationships/notesMaster" Target="/ppt/notesMasters/notesMaster1.xml" Id="R4aa339c915014a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dfbb4b7b914242" /><Relationship Type="http://schemas.openxmlformats.org/officeDocument/2006/relationships/notesMaster" Target="/ppt/notesMasters/notesMaster1.xml" Id="R1374e298dc834d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7499f6295f4fae" /><Relationship Type="http://schemas.openxmlformats.org/officeDocument/2006/relationships/notesMaster" Target="/ppt/notesMasters/notesMaster1.xml" Id="R9fcfa76b93ea4a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9cbd5c632642f5" /><Relationship Type="http://schemas.openxmlformats.org/officeDocument/2006/relationships/notesMaster" Target="/ppt/notesMasters/notesMaster1.xml" Id="Rb6547bff87d244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61d274bc6c448d" /><Relationship Type="http://schemas.openxmlformats.org/officeDocument/2006/relationships/notesMaster" Target="/ppt/notesMasters/notesMaster1.xml" Id="Rca6a2dbe0d99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a963756bf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83cfda10764304" /><Relationship Type="http://schemas.openxmlformats.org/officeDocument/2006/relationships/slideLayout" Target="/ppt/slideLayouts/slideLayout1.xml" Id="R4054ed6f379a45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54ed6f379a45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aec6f05b4cca" /><Relationship Type="http://schemas.openxmlformats.org/officeDocument/2006/relationships/image" Target="/ppt/media/image.png" Id="R0a7e1606c4ca42bb" /><Relationship Type="http://schemas.openxmlformats.org/officeDocument/2006/relationships/notesSlide" Target="/ppt/notesSlides/notesSlide1.xml" Id="R42c4ad2b4bac4d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f2e46859d4bc8" /><Relationship Type="http://schemas.openxmlformats.org/officeDocument/2006/relationships/image" Target="/ppt/media/image2.png" Id="R6fd8338c61a641a3" /><Relationship Type="http://schemas.openxmlformats.org/officeDocument/2006/relationships/notesSlide" Target="/ppt/notesSlides/notesSlide2.xml" Id="R581e3ef22e424a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4d523fc314e88" /><Relationship Type="http://schemas.openxmlformats.org/officeDocument/2006/relationships/notesSlide" Target="/ppt/notesSlides/notesSlide3.xml" Id="R90f1c3c38c8141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66e878b7344a4" /><Relationship Type="http://schemas.openxmlformats.org/officeDocument/2006/relationships/notesSlide" Target="/ppt/notesSlides/notesSlide4.xml" Id="R03796535662644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b2b02c7064b7c" /><Relationship Type="http://schemas.openxmlformats.org/officeDocument/2006/relationships/notesSlide" Target="/ppt/notesSlides/notesSlide5.xml" Id="Rc5c92579cccd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e189d4df8456d" /><Relationship Type="http://schemas.openxmlformats.org/officeDocument/2006/relationships/notesSlide" Target="/ppt/notesSlides/notesSlide6.xml" Id="Rea16a8e8f341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cbbbefe3149b5" /><Relationship Type="http://schemas.openxmlformats.org/officeDocument/2006/relationships/notesSlide" Target="/ppt/notesSlides/notesSlide7.xml" Id="Ref8fdb35569243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aea9a86aa4630" /><Relationship Type="http://schemas.openxmlformats.org/officeDocument/2006/relationships/notesSlide" Target="/ppt/notesSlides/notesSlide8.xml" Id="Racb1c8572b6e43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29022f92149c7" /><Relationship Type="http://schemas.openxmlformats.org/officeDocument/2006/relationships/notesSlide" Target="/ppt/notesSlides/notesSlide9.xml" Id="Rad965564a89947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5490fca5a47e3" /><Relationship Type="http://schemas.openxmlformats.org/officeDocument/2006/relationships/image" Target="/ppt/media/image3.png" Id="Rb5877932f8a24d25" /><Relationship Type="http://schemas.openxmlformats.org/officeDocument/2006/relationships/notesSlide" Target="/ppt/notesSlides/notesSlide10.xml" Id="R664d76e3045349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9A27B-3822-4BA3-96FD-643BB00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52F29-8890-4AC3-B031-CA53C6C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16034-75D3-4519-9E36-EF21A10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49074-EFC0-43A7-9380-CD6DD1FA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78D94-45FA-46FE-9FB1-68E81BAC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e1606c4ca42bb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B9971-07A1-49BC-AB7E-E20ABBA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25218-D197-4A85-8EBC-A980DDD0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Institutions Régionales &amp; Coopération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D2BAF-18CE-4691-BD9A-84ED52D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Réduire le temps de veille, de briefing et de coordination documentaire autour de dossiers complexes.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88C61-9FE9-41B4-8F48-65BEF94C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institutions régionales, organisations de coopération et structures de développement qui veulent transformer l’IA en meilleure préparation, meilleure synthèse et meilleure coordination.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F02E7-8DDB-41D5-A4F3-44E70FF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BAD-2203-4562-BDB2-426443BD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01CD8-E10B-4DBB-BC88-50FEA62A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4A2FE-7080-4F65-9EEA-F4236213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E16C7-5235-4392-B9D2-FCEF8D05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1F5D7-CDEC-4FF9-ABFF-ECED95F4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21A33-5F47-4CDB-874D-529331F3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583F6-E842-4945-B077-17259160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776B2-7A6D-428B-B7B9-71525DE0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7D415-F5C1-4F02-A369-37EE1B42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durable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A2A10-FFBD-4715-AF8E-EA4A3F2A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6E0D0-C522-4A75-AAE6-C867AFF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Coopération / Développement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AEED0-0928-4858-ADCA-0A10F071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C322B-D553-4E87-8CEF-7809FD0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84BBA-B9C3-4CA6-A45E-351BE880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9FB4D-3048-4B1E-B118-8CB8DFD1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D7FC9-ABBE-4D32-AFF9-0104F49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7CD93-3C83-408E-9124-E13CC7CA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D0B50-6B61-4317-AEFF-CE8F2160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90C49-2074-429F-81DA-691A17F8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629B06-BA95-48FA-8083-372F825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BE103-3693-4EC1-B4C6-2464F24C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EC082-F2AC-4AFC-A386-7CEC71F2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DB4751-812C-4372-AC28-7F7D7BB8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A653AC-2612-4A1C-BA5D-5EA9C63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348B00-8B92-4D00-AED6-BD8B89AB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3F0413-C4A1-4BF0-9164-DC84BD08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202B2-30B7-400F-9D14-0AAF999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CF51CC-BE97-4EE8-BFB0-5E6EAD44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F299B7-0FFE-4ACA-90B2-D9B99DE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FADC66-EEC3-4DA5-A728-ECA12FDC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7216D8-EE45-4E80-8546-04EFB54A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F6CD08-19F1-46A0-B197-DF48BBF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2A8EA-5B8F-4D51-B642-2D7AC70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90995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FD3B25-64C5-47E2-B92D-F71A6C2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4B960-CF3F-40C1-A850-60C25BCC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FB393-00E6-4836-A47C-626A477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institutions régionales &amp; coopération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C9472-2BA5-4F31-A468-A6BE78ED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vraie valeur est dans la préparation, la veille, la coordination multilingue et la rapidité de diffusion de notes exploitables pour les décideurs.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D606F-D421-4694-8256-7749B3E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8338c61a641a3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9752-33FA-4AD0-BD51-D22410CE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BD88F-D19C-42BA-BBD8-5591456A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06283-CCAD-4E3B-994A-939386E8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847E8-4D32-4C07-828D-628CF68F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515FB-01DE-4789-B048-65E9B626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EEF90-8E5B-4E10-80E3-6469EB8D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50F80-2031-4D05-88C0-41B429D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7F706-816F-4DF5-AFA8-720B9C4B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1DE51-BD5B-4150-B08F-0E45A08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B3C51-3FCC-4D3D-888A-9C2EB1C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FFBBE-A14B-4113-9875-095FBD7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F79CF-B20C-46F7-8D68-A50112FC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durable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0C127-351C-4F79-98D0-1888AE4B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8A2C1-8BDC-4B64-ABB5-E5C9099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Coopération / Développement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5CC02-4C54-43FF-83D5-F0B3C8BE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63EB3-F54D-4BEC-8A08-DC858652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Coopération / Culture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216F9-6E84-46AA-AF5A-C6B2BDD5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7EB02-02E1-414F-AD82-ED17FCE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14981-1EAD-4936-8F9E-E73AE35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08DED-4AB4-4EC0-BF09-11E246F1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83B2B-BDCE-4B50-8756-4AB1E774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96FCC-728D-4854-AF62-B835DA1D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07644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09C86-BC7E-4AD8-8579-46F2CF86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346FD-34F9-4FC1-B966-B9CA981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DA509-52F7-4370-B6A5-47D797C5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3D2FE-950D-4C31-8B6A-E84094CA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949BC-7383-49C4-AB6E-499A112C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3E1D5-9689-497D-A493-4E1E35D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49682-62FC-4DAD-95A5-BDA09132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consommatrice de temps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B799A-A543-451D-B5B1-F39627F6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0FBA3-DAC0-45B1-A7CC-CEAAD1A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Suivre plusieurs pays, secteurs et partenaires demande un effort documentaire important.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13313-7FE1-4F98-A5CE-CB676C6F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6543F-62A5-40F6-82B6-015CB16F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notes de veille et de synthèse se préparent plus vite et plus régulièrement.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48550-47EB-4F8D-931F-5809D5F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0CD84-D2FA-4C46-89FD-D82BE724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E1456-942D-4794-909B-416BDC47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Briefings difficiles à produire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29066-A0B0-48F5-8404-0A714184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A9729-1838-4147-8252-F6304E0A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missions, forums et rendez-vous demandent des fiches et éléments de langage lourds à assembler.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0049B-1B3C-4EB2-8875-74EFD0BC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50F05-2FF8-45E4-9BF3-B9FECF13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préparation devient plus structurée, plus rapide et plus partageable.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5367E-B783-45CB-83F3-7111BF3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A8E62-FEB5-4D06-B9DB-1397AB20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EE22C-C62F-4EA8-9558-47DCD695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Contenus multilingues dispersés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22C8E-307D-4601-B13F-F5F2E856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DFD00-BEB2-453C-AC2E-8F7D734D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circulent en plusieurs langues sans synthèse stable entre équipes.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F9BA1-E2EB-4E84-9BC9-FAE57B42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8E849-A15E-4DA7-BB8B-147A5E4A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résumés et reformulations facilitent la coopération documentaire.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EB7A5-D141-4229-BB7B-788760C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06FEC5-1099-4B89-956E-5DD4A890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93340-AB95-4372-81BF-FDDF998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lente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083990-F552-4CB8-A074-30B558E9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672A8-42FF-4CF3-BCB0-DC92B84F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arbitrages et contributions remontent difficilement entre directions ou partenaires.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F80F9-B94B-4F4B-80AE-B6396FDF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91B9E-9A15-4B37-B873-8BAD4CEB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notes de convergence deviennent plus lisibles et plus rapides à diffuser.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C9EB2-7C9D-4B72-8D17-CFA56315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B16249-03DB-41BE-BAA0-19A4A2BE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A6F318-9469-40F2-B8B2-B2295D8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70CE11-517D-43D1-9AB8-AD1D5FA6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47879-BFEB-4523-AE23-CE583A76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B200AD-6DD7-46D7-B720-EFA2969D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86011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DAAC8-5AE8-4989-82AD-2CB2B98A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4F65C-05B0-4B78-89E6-7334A77A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98E5D-CC2F-4629-818E-3D29C7ED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47869-7961-42FE-931D-3D438E93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0C249-75B6-4070-ACEC-39AB097F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18FC2-6049-47E0-8AD0-2CB1FE60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Veille beaucoup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0A382-8C06-45E9-94EE-4353A99F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zones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F6ABD-DD49-4CD2-ADF7-778BF363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pays, secteurs, partenaires, risques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3E658-B300-4B18-91C7-A2CDA75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616AB-9854-4B49-87C0-26D13778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Briefings prêts plus tôt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BAA3C-DA9A-4ECA-8490-9EE089B7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avant 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B2EF2-3FEA-4282-902F-8C7CAA53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fiches, notes, éléments de langage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4D75C-FC0E-4AB4-9873-F45E4A17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DFB70-D0D2-4156-A645-0BBCAFF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 facilitée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8C847-CF59-41A1-9E92-6021C3BB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équipes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3D449-A282-4112-9D42-CF25A3FB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 et documents multilingues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704C4-C5E8-4931-A786-A96FC0EB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6A19E-9F51-43B4-9A04-734B0884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Temps administratif réduit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7F352-A684-4C75-9783-9EB11BA3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préparation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BAA47-B7C9-4A70-9C1D-5471FB3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collecte, lecture, reformulation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739D0-30D2-428C-BB61-3FD7D011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DA4A1-C118-47BF-9B26-855C1D9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F3031-8433-4102-BD75-B290DF36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632EF-97D5-4E7B-8950-560790AA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20001-DFC5-41EB-ABEC-CF914C3E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AA2A9-F092-4662-B3C8-E9CA5F6E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E89D6-DB23-405D-A2FA-74D92500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8097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E424F-DD0C-4B06-B6AA-BCBC7AE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54804-AE6C-47D4-9C6C-C2CCB3A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6D681-8013-4C6B-BFCC-662FAE35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78A33-5747-4AFE-9D00-B482C22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9A39E-BBB8-4D4C-96D0-A51EC46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68625-9DED-46A5-863C-B623C5F7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04A2D-0A1F-42EF-BB17-904C0F3D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pays et sectorielle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6ABC5-1DE7-4B18-BA36-39B79A0E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4B95D-6FFF-4E9F-A742-767CD378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veille est fragmentée entre sources, langues et notes peu harmonisées.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FC877-C666-41A0-A686-A22FCBDB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76169-E28C-4183-884F-486E395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plus vite d’une lecture consolidée.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5CA89-0F79-423D-A157-3A4A8048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84C29-9D48-4FC1-BC0F-6138064D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d’une note ; fréquence de veille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05CFD-7507-4EF7-B074-68D95F3A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1A962-4C51-463F-8CE3-397B17E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4859D-61CB-4B9B-815B-1245BE40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Briefings et 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B1835-43F0-42DE-95EC-6653CCA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D1E11-100B-477F-A28A-E03DA89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mission redemande une forte préparation manuelle.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91057-2660-4979-A599-3ADE042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FC33A-F9D3-45F4-8180-7C7ED0D7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fiches, synthèses et éléments de langage sont préparés plus vite.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14059-E9C4-4DB8-9465-972C227B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EA6EA-90FE-4120-A048-22940BDB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; délai de diffusion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BF8EC7-849F-4BCC-ACE2-A825115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68F80-9CAD-4918-BE66-F6CA7EC5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4CE27-FEB8-46E9-B984-D4E0E520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multilingue et coopération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2DAEE-BADF-45BD-9118-4E963AC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A28ECF-FC24-4D6F-BE3A-9F6BFBB6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multilingues ralentissent la circulation des informations.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CE418-49EE-4AAD-99CD-B70D98C4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EDDE0-4807-4F5E-9FCB-8C9A2566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notes circulent plus vite grâce à des résumés mieux structurés.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420330-C2A8-430F-976F-860E59F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8CB8E-944C-479A-88B5-ADCB315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de diffusion ; nombre de documents traités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A028C-F74E-421E-A019-F6652CC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14F2C-4CE7-47A5-91C3-463B7CDF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A15E6C-BBB0-45F2-BF16-1E5F5E52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Gouvernance et positions institutionnelles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716667-BF7A-477D-9F72-01401EE8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11D1CE-BFB8-435B-9F6E-5D8D59D8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structures doivent suivre des sujets complexes sans toujours disposer d’un cadre opérationnel.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206503-7902-4DD2-8B97-03E25627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0530B-9F24-487F-9A31-142D5126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décideurs disposent d’une lecture plus claire des enjeux et options.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A460A-0383-4E3A-B3AF-1C7168B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2619DC-5884-4CE3-B740-2CAB24C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cadrage ; nombre de positions préparées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524898-E66E-4F8D-BE8A-EE60214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638203-458D-4EC7-972D-345A22A6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19C9A4-A5A1-48AB-A3BD-2C7BF519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18390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5FE63-D967-427F-9523-87171A6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924E7-5EFE-4742-95BF-62BEDF61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03E9E-ECF6-4798-8BEE-84B0937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A7656-DD55-40FF-94C6-DA3F567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ABCF5-02BE-462D-BA49-C556C8C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83B3B-DE7F-40C5-A131-5FDB813C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E937A-26E6-4E94-A0CE-F125BA9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pays et sectorielle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16595-9EAF-4CAE-A01C-88C397E7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094BC-1439-4F8B-B247-068427D1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veille est fragmentée entre sources, langues et notes peu harmonisées.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C2FC9-A197-401E-B8F5-653A652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FA0D2-CF74-4B19-9DC6-A0E4D787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plus vite d’une lecture consolidée.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41971-5628-4A9F-9C05-2A1BBD69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88673-AE6F-445D-B24C-60B29D4E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production d’une note ; fréquence de veille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B4276-9766-4045-BFAC-C5F3FBE9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DC663-CEFA-48B1-A0E8-31B76854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2CF69-EBFD-423D-8A5C-DAA7A989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Briefings et 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3DDFF-0DD9-4F9C-A692-14D04654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60A48-E313-4848-9075-59E7365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mission redemande une forte préparation manuelle.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6A2EB-A011-4622-BC56-5CA9F996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3D403-5360-4EAD-99F9-DBFD1560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fiches, synthèses et éléments de langage sont préparés plus vite.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1B5A3-DEAE-4B7D-802F-CEE6A372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BF8B3-7290-48A2-B376-7CA67132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préparation ; délai de diffusion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C1930-6BD4-4FA1-8F58-DB6227E7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98F44-7E29-4535-A181-4C7C861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2492A-EFC0-4B4B-8E0D-70FFA59A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02691-5736-4720-B039-4568378A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1C4B1-4925-4EA4-9597-2E3ACBFB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11407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AA568-1C42-4E87-82EC-7F1CEAAF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7A7DB-A3BE-4822-9BDD-F4E9E2F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874AD-9C77-47C9-A0B7-074E8C6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DB056-6129-42ED-9182-E126DDAC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B2BA7-DCDE-45D6-B96B-00F73341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AC065-1674-4CCC-A054-A43B8A4E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C434D-C6F3-4B6B-A746-9EF01709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DEBA7-1428-47C1-B085-F2700E5E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56EB6-6D09-4D46-901E-0A0757F6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FB0BE-D424-4453-A44B-530B0CB3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Diplomatie Digitale et Intelligence Artificielle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2DBA9-D752-44F5-A45A-C3E11396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EFD9D-0EFB-4F45-8EA7-4E120DE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C5ACC-ED71-41DC-9029-036A6909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1F359-B3E5-4B00-90E3-5F7206B9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Intelligence Artificielle et Analyse Géopolitique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57E75-7AA0-4F46-A110-E5B7390A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FF75C-3DED-43A3-B940-3DBDF935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C75D1-FB74-4964-8AE6-28C24A00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8CA2A-A548-41CA-95D2-8CB08050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Communication Diplomatique à l'ère de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D17BA-28D0-4B13-9646-A7D673F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AE007-5D1F-4361-92D3-BA914B06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10EA0-FB1A-4BF7-B322-AB52359A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D1C0F-5ED4-4619-AFF5-541A927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Négociation Internationale et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BD4A4-61BE-4C94-BB0C-5904C443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73161-9859-497F-A028-430F35D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D4753-30EC-4E06-B333-098D006F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2FC5B-F6F7-4712-B78B-963314A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Diplomatique à l'ère de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26834-4EC4-4946-9001-29132E86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F1761-8ECE-4D42-A1C8-777729D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88E0A2-CA3C-440E-8202-7A32DEC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30890-E72E-4DB5-838C-54AEC9B7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Gouvernance Mondiale de l'Intelligence Artificielle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76BA46-1F7C-42AE-B929-60648A2B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7F82FD-76DA-482D-9F1C-939F7D46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7748D-6012-412C-BAEC-C41C646F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 temps consommé par la veille et la préparation documentaire.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préparer les missions et rendez-vous à fort enjeu.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les contenus multilingues et la coopération documentaire.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cadre plus lisible entre gouvernance, mission et exécution.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A6056-35AF-4411-B669-ADBDBCA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68341A-E57B-437E-9706-6C595866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CB4153-C799-4411-A15F-79FC2556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7EB211-C77E-4E9F-A211-9ABEB98E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214F0-9451-47FD-8EED-04E165F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97447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C0D0E-128E-44BA-B46A-4A253B38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F7B67-A69A-4D7A-9D98-AD0C418D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3920C-42C8-4B91-A5B8-B1BA3E5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E8268-7968-418F-9D28-EFDE095A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D2921-DED5-47C6-B96F-00FDAC1A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979A3-A757-45BB-9003-1D72402F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FD59F-CB1F-4AD7-8949-B32C5B5B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1CD6C-37F2-4BB4-B78D-7C91E03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6FD05-33EF-43EF-A6CD-693D4C84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40E7F-6710-4F08-A5F0-9301F36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F9E90-1DB0-4C68-BF39-6C4FFFF6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8DD65-C006-41B4-B557-C381E3AA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446A5-D29E-4EBD-B462-59CAB9AF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32BE8-11ED-4204-9482-A856163C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06F0-0540-4F27-8E6B-7B5C842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CB531-A8C5-4136-A5CF-49592B0F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910B5-A1DD-41DD-8F5C-BBF8B380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1F8E0-8314-4C0E-AB37-3CACB6AD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E408D-0334-4ACB-9BC8-A95DAA5D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9A7DC-5ADE-4A52-970A-CDB141B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A9999-4CE4-47EE-B997-A4D35EE2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74DA2-435A-4A6B-AB6D-2F4F5970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8712C-CDD8-49D6-9DD0-13FC781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8ADE8-AA1B-43E2-83BE-B9153D4B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4DF62-1EEE-4ABA-94D4-1ED36C80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FC09B-426A-4497-8B94-621E4A20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9449D-91A5-4CC3-85B6-F1987284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74703-9D06-480E-867B-C7360A4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BA6DB-8DB6-4FC1-9E9B-4CCF6626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5DC81F-C5C7-41F1-8BEF-48FDA558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34035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F6D38-CEAC-4BD1-9A30-E728AA5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C1E80-6064-4A68-AA2E-D8F590D9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07143-3252-44B1-9396-DF2653F3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institutions régionales &amp; coopération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632AB-9CDF-413B-89E0-E01A465E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D6D7D-DB8F-4C4E-81CE-F7F6897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77EC3-32AF-4098-AD18-5C0C854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1F466-9479-46C2-873B-93555600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EF5FD-AD7C-40DD-895E-29661C05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Institutions Régionales &amp; Coopération.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77F29-236B-4BEB-9A00-0B6CC3C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BD0D4-0564-42CE-BCCD-7632CF03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0B662-80FB-4E0F-84A0-F4A43037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9D0C7-D565-4122-8C19-3680C417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F7D0E-D0F7-4CC3-9C6F-485C8236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4D60B-D7AF-45F6-834F-691C869A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A6D51-4E01-48A0-BC2E-43CFFE2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FC0CF-E88A-407B-86F5-BF542F1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D68BB-F3FA-422A-86CC-11D1BC5E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284F3-885B-4B13-AD05-8C6EEA1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6A947-EFB4-4404-8EFF-72AD0EE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DB6BD-0F29-4DF8-B52F-3724A508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570D9-7BFC-4FAB-85FF-53C191F0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44BE0-AF60-4394-B7F7-36E564FC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69E4C-2D36-4393-9556-A8DA46E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F7B0F-8329-436F-AA42-0EE9754B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3B5A9-1EEE-4B72-ABA4-63D7789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EAF4C-FEFE-4CB8-B22A-CAF5A423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1E4E8-4F26-4758-85AC-5EA5D147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40039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29A32-8264-462D-BDF1-FBCDE4B8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3D2A1-9863-4FEF-A761-DFAF3032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77932f8a24d25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7B322-1E53-4652-B024-AA46D881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FBCD3-029F-481B-9669-8AE66F6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B775A-4957-46CA-861A-9B1E0DB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EBE9D-E743-4F90-827A-B945968A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D0E67-BF76-4192-8383-AAC30D2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9177A-6C74-49FB-8904-D7C59AD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positions sensibles restent validées par les responsables institutionnels et diplomatiques compétents.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E0D06-F8CD-4907-A497-6355FB01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6CBE8-44ED-4B1F-8A86-212EAE1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F9F3C-E4E5-44FB-A810-353631D1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7E7C1-2E12-4A29-9230-27B14422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2DE1B-5B33-4171-B19F-D6331B6F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2EED4-EABD-4C8C-A942-750C0E6A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1413B-4962-43BB-8F2A-EF2724FF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6E60F-66B8-49EC-BB96-5B113DEE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83758-DB05-4CE7-973C-8A31B66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97191-F029-4AD3-B243-BD9E09B4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7B424-35D1-4F23-BF22-9D80C525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132B0-6BA9-4206-AA19-040B1367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3ED73-2D63-4856-8DA5-E6EA4EC3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durable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AD117-C3FA-4BA0-8848-E003C351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3ACA6-B4C0-466E-A569-5C299BE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Institutions Régionales &amp; Coopération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64F-10A4-4410-BE15-97EAE49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9497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2026-06-13T00:10:16.3100000Z</dcterms:created>
  <dcterms:modified xsi:type="dcterms:W3CDTF">2026-06-13T00:10:16.3110000Z</dcterms:modified>
</coreProperties>
</file>