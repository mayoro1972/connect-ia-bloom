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e8fd154dbe4ad3" /><Relationship Type="http://schemas.openxmlformats.org/officeDocument/2006/relationships/extended-properties" Target="/docProps/app.xml" Id="R91bd1560906c42e1" /><Relationship Type="http://schemas.openxmlformats.org/officeDocument/2006/relationships/officeDocument" Target="/ppt/presentation.xml" Id="R61b47abbd5c347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100ad113704697"/>
  </p:sldMasterIdLst>
  <p:notesMasterIdLst>
    <p:notesMasterId xmlns:r="http://schemas.openxmlformats.org/officeDocument/2006/relationships" r:id="Re3dfc8a4bfb84264"/>
  </p:notesMasterIdLst>
  <p:sldIdLst>
    <p:sldId xmlns:r="http://schemas.openxmlformats.org/officeDocument/2006/relationships" id="256" r:id="Rbb14ac578f3d4ecc"/>
    <p:sldId xmlns:r="http://schemas.openxmlformats.org/officeDocument/2006/relationships" id="257" r:id="R127e7f7675014f9e"/>
    <p:sldId xmlns:r="http://schemas.openxmlformats.org/officeDocument/2006/relationships" id="258" r:id="Rc07c5c07e08c45f5"/>
    <p:sldId xmlns:r="http://schemas.openxmlformats.org/officeDocument/2006/relationships" id="259" r:id="Re4c4576b93814211"/>
    <p:sldId xmlns:r="http://schemas.openxmlformats.org/officeDocument/2006/relationships" id="260" r:id="Racce0881976e46ea"/>
    <p:sldId xmlns:r="http://schemas.openxmlformats.org/officeDocument/2006/relationships" id="261" r:id="R1ef1f1323ef34f5d"/>
    <p:sldId xmlns:r="http://schemas.openxmlformats.org/officeDocument/2006/relationships" id="262" r:id="Rbbb887b538f944ab"/>
    <p:sldId xmlns:r="http://schemas.openxmlformats.org/officeDocument/2006/relationships" id="263" r:id="Rad447169b5d646c3"/>
    <p:sldId xmlns:r="http://schemas.openxmlformats.org/officeDocument/2006/relationships" id="264" r:id="Rd5148d308b8d440a"/>
    <p:sldId xmlns:r="http://schemas.openxmlformats.org/officeDocument/2006/relationships" id="265" r:id="Rd5a44b57637e494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3cf6dd33454d80" /><Relationship Type="http://schemas.openxmlformats.org/officeDocument/2006/relationships/slideMaster" Target="/ppt/slideMasters/slideMaster1.xml" Id="Rc8100ad113704697" /><Relationship Type="http://schemas.openxmlformats.org/officeDocument/2006/relationships/notesMaster" Target="/ppt/notesMasters/notesMaster1.xml" Id="Re3dfc8a4bfb84264" /><Relationship Type="http://schemas.openxmlformats.org/officeDocument/2006/relationships/presProps" Target="/ppt/presProps.xml" Id="R548e5c8609ad42cf" /><Relationship Type="http://schemas.openxmlformats.org/officeDocument/2006/relationships/viewProps" Target="/ppt/viewProps.xml" Id="R42068ce5f5c24126" /><Relationship Type="http://schemas.openxmlformats.org/officeDocument/2006/relationships/tableStyles" Target="/ppt/tableStyles.xml" Id="R5df2f0dc648b4f3f" /><Relationship Type="http://schemas.openxmlformats.org/officeDocument/2006/relationships/slide" Target="/ppt/slides/slide1.xml" Id="Rbb14ac578f3d4ecc" /><Relationship Type="http://schemas.openxmlformats.org/officeDocument/2006/relationships/slide" Target="/ppt/slides/slide2.xml" Id="R127e7f7675014f9e" /><Relationship Type="http://schemas.openxmlformats.org/officeDocument/2006/relationships/slide" Target="/ppt/slides/slide3.xml" Id="Rc07c5c07e08c45f5" /><Relationship Type="http://schemas.openxmlformats.org/officeDocument/2006/relationships/slide" Target="/ppt/slides/slide4.xml" Id="Re4c4576b93814211" /><Relationship Type="http://schemas.openxmlformats.org/officeDocument/2006/relationships/slide" Target="/ppt/slides/slide5.xml" Id="Racce0881976e46ea" /><Relationship Type="http://schemas.openxmlformats.org/officeDocument/2006/relationships/slide" Target="/ppt/slides/slide6.xml" Id="R1ef1f1323ef34f5d" /><Relationship Type="http://schemas.openxmlformats.org/officeDocument/2006/relationships/slide" Target="/ppt/slides/slide7.xml" Id="Rbbb887b538f944ab" /><Relationship Type="http://schemas.openxmlformats.org/officeDocument/2006/relationships/slide" Target="/ppt/slides/slide8.xml" Id="Rad447169b5d646c3" /><Relationship Type="http://schemas.openxmlformats.org/officeDocument/2006/relationships/slide" Target="/ppt/slides/slide9.xml" Id="Rd5148d308b8d440a" /><Relationship Type="http://schemas.openxmlformats.org/officeDocument/2006/relationships/slide" Target="/ppt/slides/slide10.xml" Id="Rd5a44b57637e49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4568ac1b004b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30717d667a42aa" /><Relationship Type="http://schemas.openxmlformats.org/officeDocument/2006/relationships/notesMaster" Target="/ppt/notesMasters/notesMaster1.xml" Id="R7c90cc070fbd4e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75d3aeb08045ca" /><Relationship Type="http://schemas.openxmlformats.org/officeDocument/2006/relationships/notesMaster" Target="/ppt/notesMasters/notesMaster1.xml" Id="Re92f8df7576a41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40ad95a622489f" /><Relationship Type="http://schemas.openxmlformats.org/officeDocument/2006/relationships/notesMaster" Target="/ppt/notesMasters/notesMaster1.xml" Id="Rdbcb3d4fed0f49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c99ff65b464d5e" /><Relationship Type="http://schemas.openxmlformats.org/officeDocument/2006/relationships/notesMaster" Target="/ppt/notesMasters/notesMaster1.xml" Id="R861b6b3775164b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3d73bc1cfd491a" /><Relationship Type="http://schemas.openxmlformats.org/officeDocument/2006/relationships/notesMaster" Target="/ppt/notesMasters/notesMaster1.xml" Id="R990c711e1e034e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6ad7d20e144aa3" /><Relationship Type="http://schemas.openxmlformats.org/officeDocument/2006/relationships/notesMaster" Target="/ppt/notesMasters/notesMaster1.xml" Id="R3ca65e206dda4e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3b622d35b04e99" /><Relationship Type="http://schemas.openxmlformats.org/officeDocument/2006/relationships/notesMaster" Target="/ppt/notesMasters/notesMaster1.xml" Id="Rce59b9270c4e43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366282371944e5" /><Relationship Type="http://schemas.openxmlformats.org/officeDocument/2006/relationships/notesMaster" Target="/ppt/notesMasters/notesMaster1.xml" Id="R6c65b082f39041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23e75ee2ca486b" /><Relationship Type="http://schemas.openxmlformats.org/officeDocument/2006/relationships/notesMaster" Target="/ppt/notesMasters/notesMaster1.xml" Id="Rcf884621e08d47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50f6686c954c1c" /><Relationship Type="http://schemas.openxmlformats.org/officeDocument/2006/relationships/notesMaster" Target="/ppt/notesMasters/notesMaster1.xml" Id="Ra62a1897981d41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9c63de4c9b4e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8eb46147c6459d" /><Relationship Type="http://schemas.openxmlformats.org/officeDocument/2006/relationships/slideLayout" Target="/ppt/slideLayouts/slideLayout1.xml" Id="R69078d5d77d144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078d5d77d144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1b9dc446a472c" /><Relationship Type="http://schemas.openxmlformats.org/officeDocument/2006/relationships/image" Target="/ppt/media/image.png" Id="R43965e012fcf4e7d" /><Relationship Type="http://schemas.openxmlformats.org/officeDocument/2006/relationships/notesSlide" Target="/ppt/notesSlides/notesSlide1.xml" Id="R09eff927f72542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21c3154674bbc" /><Relationship Type="http://schemas.openxmlformats.org/officeDocument/2006/relationships/image" Target="/ppt/media/image2.png" Id="Re425ed74851a46c8" /><Relationship Type="http://schemas.openxmlformats.org/officeDocument/2006/relationships/notesSlide" Target="/ppt/notesSlides/notesSlide2.xml" Id="Rcfb15631a0374c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99c5a24ad40bb" /><Relationship Type="http://schemas.openxmlformats.org/officeDocument/2006/relationships/notesSlide" Target="/ppt/notesSlides/notesSlide3.xml" Id="R5df8f323852246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c0b963204482c" /><Relationship Type="http://schemas.openxmlformats.org/officeDocument/2006/relationships/notesSlide" Target="/ppt/notesSlides/notesSlide4.xml" Id="Ra32d8e4b191942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8df8f96a440b5" /><Relationship Type="http://schemas.openxmlformats.org/officeDocument/2006/relationships/notesSlide" Target="/ppt/notesSlides/notesSlide5.xml" Id="R07e4a4e60c8043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168da0f2a42dc" /><Relationship Type="http://schemas.openxmlformats.org/officeDocument/2006/relationships/notesSlide" Target="/ppt/notesSlides/notesSlide6.xml" Id="R90995dad259e4b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964e035ed4149" /><Relationship Type="http://schemas.openxmlformats.org/officeDocument/2006/relationships/notesSlide" Target="/ppt/notesSlides/notesSlide7.xml" Id="R63b3b69b35354f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8de7faa264a11" /><Relationship Type="http://schemas.openxmlformats.org/officeDocument/2006/relationships/notesSlide" Target="/ppt/notesSlides/notesSlide8.xml" Id="R559386abb0874b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abb448b5e489c" /><Relationship Type="http://schemas.openxmlformats.org/officeDocument/2006/relationships/notesSlide" Target="/ppt/notesSlides/notesSlide9.xml" Id="R9e2d6da5238f47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ba39c6d4d4f36" /><Relationship Type="http://schemas.openxmlformats.org/officeDocument/2006/relationships/image" Target="/ppt/media/image3.png" Id="Rfdb446d0f41b4d95" /><Relationship Type="http://schemas.openxmlformats.org/officeDocument/2006/relationships/notesSlide" Target="/ppt/notesSlides/notesSlide10.xml" Id="R15ef84ad3f9b47f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2944A8-22A5-475C-A5D8-9E31B048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22627-95ED-476C-BE43-029F9CE1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28E1A-2CDD-457C-AF8F-3AC28CD4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9B554-C1B8-42B9-A392-5A8698C7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EE141-45D0-46F3-BB30-67034525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65e012fcf4e7d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88DDA-1451-417F-9F93-A2A4CD83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555CD-065C-4CEB-B16F-07B3D071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4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04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Ressources Humaines &amp; Recrutement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0CF51-A4C3-483E-8D48-45AC436B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5219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Structurer le recrutement, l’onboarding et les supports managériaux avec une IA gouvernée.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F4D78A-522F-4E32-9E1F-D3FE8375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5372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cabinets RH, directions talent et acteurs de l’emploi qui veulent transformer l’IA en meilleurs cycles de recrutement, meilleure intégration et meilleure visibilité des signaux RH.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A0951-D9BE-4AA7-83C1-537A1ABA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A53C9-BAE8-461D-A10A-068DE55D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15D79F-AF7F-45EC-A2DF-5B42E596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DD8190-0E39-42AF-9774-99A3C70B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F6A72A-1E09-4549-A6A2-5B4ED073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7FB30D-F9FC-4D9C-9874-3EBCD536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RH / Recrutement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8B28CB-CB7B-44A7-9AE2-E14AA17C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20E4E-50A0-42A9-AB95-D8EC574E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RH / Emploi temporaire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671CB5-BE46-4C58-B2DC-7D067664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44E5E0-284B-48BE-AB20-CC33098B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Formation professionnelle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C1964D-5D72-4CA2-A86E-05B5B2A3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ABF7CF-61B2-4EA2-A038-0AEDB58E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CA5A7E-5167-48D2-965A-6586277D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736174-D48C-4334-A1D6-75A2DF95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DD7ED0-942D-437E-96EF-5514CD0A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9A076C-0313-4B60-9754-4EB2B4F9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6D9D07-CFC1-49EE-9321-E85F3E8D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7B6C82-07E1-4FCB-937A-91487F6C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EFB6A4-60FA-4546-9772-D0175BE7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8AA4ED-1D0A-4EEF-8EA3-5D629CB6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C73582-293C-42D1-B53F-0FEB4CE6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311F4E-5D0D-41E3-A3A4-B55A6518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943F16-1C99-4DE7-A158-AB995291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D7369D-8040-4D36-81C9-E4C8C045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11B12F-A7D2-44A5-B11E-980E3681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267CC5-F117-4EE8-A10C-7A86D659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108D5D-50C0-445E-8D74-97BD1C02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7045EC-90A6-461C-A5F8-550E28DD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B3F301-906C-4A3E-8EFD-45DDDF46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2FAACB-E9EB-4B97-B7A2-DD512E41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6D7B80-76C6-4795-83F9-0105E25A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Ressources Humaines &amp; Recrutement | Deck sectoriel premium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DE7070-D3EA-4D4A-816D-FB4DBD25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382880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A4B490-D76B-431E-8651-354F571A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86BCE-F8EA-4407-ABC2-78B42303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FC8ED-B470-4043-902F-79168634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ressources humaines &amp; recrutement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DFB7B-3E28-49A8-8068-6260FB78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bon angle RH n’est pas de remplacer le jugement humain. Il consiste à réduire les délais, sécuriser les processus et mieux accompagner équipes et managers.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6F29F-7C8C-41C4-96CB-8DC5E9C4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25ed74851a46c8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BB273-DEC3-443B-8E50-A35A3E40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70AFB-22EC-4A67-8F0C-E7998A67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89E4A-D0B3-4EE5-B1BC-0FB2DCF1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BE1F47-9DFF-4BE9-A5A7-110CADD3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9C971-DAFF-435C-9FA5-134A1235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8CF41-1CB8-4654-A724-746F368D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E7D40B-276A-472D-AC53-E02889E7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41109-F69F-47F0-858F-CF7416F8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RH / Recrutement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82CF6D-27A9-480E-B822-74ED2558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6F8DEE-484E-4B43-8E85-7F81F1D2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RH / Emploi temporaire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37CA9-79DA-4FFF-8421-E5D52D3C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F14D1B-0C17-4C8E-8BFE-A5BF8230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Formation professionnelle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52682-D8F1-4D75-9CF8-CA812578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071CC7-6D54-4B06-A176-15CCC0D7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7FEB08-1A0B-4562-82C8-50DB3739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421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00E953-7EA2-4273-94B6-4007BDC2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F39A86-79F6-456F-8A8A-B84D9E32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Ressources Humaines &amp; Recrutement | Positionnement et preuve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94D305-F4EC-46E7-BD5C-C837F823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979808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6684C8-C8CA-4AAC-8DFF-BC5CBB17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2F40D-8258-424E-9338-394EAFBC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8A9BC-B5C8-473B-9AC7-225F1AB7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3B5AC-2AAB-4B64-8E0A-750741F9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C58CD-B586-4A3D-932A-BB159861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72210-7CBA-44FB-B590-E69FDE2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330EC-2354-4791-826D-8E8F2E03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Recrutement chronophage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31869-B63B-475E-BF08-95759EF7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9F2E0-B0A6-46FF-B572-336C59EE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Candidatures, synthèses et comptes rendus d’entretien consomment beaucoup de temps dispersé.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7E488-8832-42B3-9F7D-69DE083B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2BA06-7B1E-4CDD-9487-70B2E04C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 tri et la préparation d’entretiens deviennent plus rapides et comparables.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62305A-E44E-4C36-8D69-0FC17C9A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21BE0-3734-4DFD-90C7-3346E06C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5F8E2-D4DF-499C-8EC4-B91A52F6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Onboarding inégal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93442B-2F13-493B-A45B-5AD7F375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0E58F1-5918-44FF-88D2-87CAF032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L’intégration dépend fortement du manager, du site ou de la disponibilité des référents.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155AE3-6C3D-4AF3-91BE-38CACE28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CB9F28-9535-4B2F-B5A7-F2E4B5B5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Des kits et parcours mieux structurés homogénéisent les premières semaines.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9C8975-69F8-494D-AF0D-C4044F76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A01069-B6C7-41BD-ABAD-6784D14F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691956-E59C-490C-B085-9547102D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Documents RH peu standardisés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FEE2A2-8CB3-47C2-B030-7267E1C3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D43DD5-C00F-4821-B87B-710847B2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Fiches de poste, comptes rendus et communications internes sont produits sans méthode stable.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FD5776-B2F1-42CA-91E9-AE0A64D6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DB1207-59F4-4C15-9FE2-CD7B4E0F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Des modèles et workflows assistés améliorent la cohérence.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97850A-5EBB-4473-A420-DE321403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BA3F06-284C-4AF7-B419-5FD0E20D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D37E49-9BAC-4277-980E-AF609291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Faible visibilité sur les signaux RH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EDD0DE-2E16-4DCC-88FE-BF0F7C0A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485340-A46C-465F-8C88-358B5C15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besoins de formation et irritants managériaux sont repérés tardivement.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81BEF3-69EC-452F-AF7B-1C74F976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BFD71E-53BD-49CC-9234-1A8DD70B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L’analyse assistée met plus tôt en lumière les signaux faibles et priorités RH.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BAA1EC-35D8-44DB-AFCB-BBD2A34B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4E7633-804D-4300-991A-2B2CBF4E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295098-3146-4E2E-90E8-A1737387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9E2495-FAB2-4BDB-8D12-5114E9F3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D9A26B-23D0-4DD4-88DA-1977D8AA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Ressources Humaines &amp; Recrutement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58843A-FBEF-40A7-AE0B-39DD2192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36338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5B5F40-72DA-4C6B-974B-1C7C6D4A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955AB-68D8-4B09-B302-CE48D0FC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15E44-6473-4D89-B64D-7EF03D5C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E0627-3C24-4D38-BFC4-2F6583AD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69F0E-633D-4543-B480-6E066389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920E9-1AB1-4691-B883-CB056441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25 à 40 %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E26FC-52A9-4E2B-B8DD-DE091116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 cycle de recrutement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7D212-E4C2-4D6A-80E1-64C734C3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tri, synthèses, préparation d’entretien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4CB5E-1B84-4DE7-8908-C5BE18A7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93087-1B1A-4CE2-897E-3D482A68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Onboarding plus homogène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FE248-82EF-4208-A829-91D7A408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plusieurs sites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D433B-4869-481E-8C3B-142997CC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kits, réponses types, parcours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4D66E-BD4C-4003-8FC6-9D93C4BE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74CE8-B4EF-4E75-A5FC-CFABE1F1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Moins de redites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810D0-31F8-439C-8F7B-0D4DC528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pour RH et managers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48A291-2B1C-4795-8B61-3540F405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demandes fréquentes, documents, guidance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A2188-3C13-4EDB-BB07-35D657DF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1B031-5A86-4C69-9D64-7EF78083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Décisions mieux documentées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2CB9BC-6AD8-4E0A-B319-4F1CBEFC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talents et performance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2ECBE6-CE8B-4C68-A17D-04613C06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synthèses et indicateurs RH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250AEE-6442-4E2E-8AF1-A4C3D519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ADC305-FEA7-47C5-91C4-C37C8B67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090FBF-0255-4F42-9EBC-D4077610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D3FDFF-46DD-4064-875D-0E11BAFD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F65229-B70E-4A2A-992A-7681923D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6B1860-244C-409D-B976-E3B82042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Ressources Humaines &amp; Recrutement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40F72B-4D4A-471E-9957-7151B2AF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944812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48A7DF-B4E1-47F5-9D7B-B339CA27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1D5C8-BD98-4690-995B-C2300CA8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26E06-C3BE-45FE-BD93-EDDB8B67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2DBA7-1E90-4DB3-87A8-C589F715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06A91-8164-4F67-B243-21E24E65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60A34-A638-4B19-879D-F24056F6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6382E-BAF0-44B4-9A8F-FF0F6B44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Sourcing, tri et synthèse de candidatures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07C1B-6903-47C7-8711-F9C48688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A4A62-3F6F-4FDC-A808-1F031251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traitement initial manque de vitesse et de comparabilité.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C7DEC9-26D2-4161-8175-E4E500E5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8485F-733F-46AA-A56E-C30F5551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premières analyses et questions d’entretien se préparent plus proprement.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D66F2-99B7-4D24-A456-783A0EE6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7AD07-5000-4A7A-B714-964E6BFB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présélection ; délai avant premier entretien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1DBD32-7E06-4410-AABD-3E1092E7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C372D8-9829-429C-B80D-769D166B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078B0A-6E67-469E-A123-E017B70E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Onboarding structuré et assistant RH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0C0FD7-3F45-4E00-95EB-C620D661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6DE9DF-CEA6-47D2-9701-B6A0FB5F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nouveaux entrants dépendent trop des réponses ad hoc.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AA232D-21FA-4C7E-A462-ABB2CB11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5BFF13-D247-4F9E-A4FC-A65D5F51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 assistant encadré redonne les bonnes réponses, procédures et documents.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62F10C-2E8F-4A14-985D-C6AB5E2D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BAA8AF-CBAE-4F70-982D-D56D7E06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d’intégration ; satisfaction à 30 jours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4C6034-2E71-4383-AEF0-14CC89B7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6DDDD2-2883-47CA-B7F5-82863A70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D73F36-C7C9-4A31-8B4E-07439772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People analytics et signaux RH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2ABF48-66E5-4541-88B9-8AE818AC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434406-59D1-45CE-AB8A-9A94659B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données utiles sont dispersées et difficiles à relire rapidement.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4DAE10-C219-4215-BF3D-08C9026C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26EEDD-F8C3-4E42-A65B-93AC0317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synthèses assistées aident à piloter départs, besoins et irritants.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A60C83-6FBD-4793-95CD-434D4F39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EBF532-B021-4D0D-A440-A0ED734E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reporting RH ; nombre de signaux détectés tôt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35CC59-8C7E-4884-BB87-42130954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904E62-82DE-4764-B967-75977891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48513B-E872-4272-B4C1-F193A529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Communication RH et marque employeur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DCEE94-DDFF-4ED6-BDB3-9390FE58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16EBCC-2B68-4F9B-89B4-3EFC9C5C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messages internes et externes manquent parfois de rythme et de cohérence.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185BCA-8798-4FD4-BE20-0439D966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FB038F-9A35-423A-94B5-C39CE7B0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contenus RH gagnent en clarté, fréquence et qualité éditoriale.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D1CF20-A6FF-406B-A692-EFFE7D1D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BDFCFA-32F2-443B-844C-5922E7B7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production ; taux d’engagement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B1AD65-9165-4CB9-966B-59DB4DC4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FE1559-4D67-45EF-871E-2FC4E440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Ressources Humaines &amp; Recrutement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848C6E-129E-41BF-B480-0C02663E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642732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4BB769-CA49-4D73-B570-0E701FB2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728BD-F785-44F7-BBEE-83C02BE2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FC0F6-8503-4CF6-A91A-A4602951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05522-9E37-4A06-8B38-EE0E3851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F923F-BCF0-4C97-BCA7-F85820FD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0F69C-0917-4466-8408-2B6B65F2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AE8A5-9A09-4F34-9915-0F3873BF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Sourcing, tri et synthèse de candidatures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33AE2-D145-412D-9313-76FD678D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C82AFC-0A01-431A-9AC0-A791AC50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traitement initial manque de vitesse et de comparabilité.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79FC9-5728-4116-B3C2-88D73B5C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BF8F0-C686-4A03-BD34-8DCFBE1C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premières analyses et questions d’entretien se préparent plus proprement.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BDA16-57E4-4943-9650-FA6EB444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65E6D9-852E-486B-8803-C8C3331A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présélection ; délai avant premier entretien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84257-BBAD-456D-A4B3-EB3CF198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06CD84-62A9-421B-A6E6-C54F27FF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3E664-E190-40DE-B278-49793CF7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Onboarding structuré et assistant RH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DAAE90-A514-4623-AE1B-2E902CBD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9C7F37-EF07-49D5-9D35-6FB7604F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nouveaux entrants dépendent trop des réponses ad hoc.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3B4DAC-7027-4918-A146-57B69621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D912BF-C4D9-4FBA-9247-7074845F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 assistant encadré redonne les bonnes réponses, procédures et documents.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0350A9-A02F-4A56-A4A5-9AD2958D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E6B65-B8FA-470D-96FD-44B302C5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d’intégration ; satisfaction à 30 jours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5ED784-D303-4FEB-A071-563D2E04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363DB9-07D2-41CB-9FB0-74120087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36C6D2-8621-406C-A55C-E46B1388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FE1E3A-F4F2-4F3D-B56B-27BC3146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Ressources Humaines &amp; Recrutement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0BC548-69D2-4BFD-A129-4629F199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7219881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689FF6-0851-420A-B167-0730575A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5E8EF-2E8B-4CAE-863A-B5ED38B4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EFEE3-7C29-4F2F-8982-0B81C80C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2EA30-EBDE-4F87-9D34-89672B27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1CCAF-7821-45C2-85D8-B593E6C1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05CE5-9877-4934-B232-C4D3CC39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399264-A2FA-41FD-8F15-46CD100A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B6EBD-6AE2-4EB5-B7FF-7DD76E15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E0887E-2D7D-4B17-81E3-E83BF024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37382-8FED-4CC6-A21A-4D74857C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IA et Recrutement : Sourcing &amp; Sélection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2E64D-C418-44ED-8233-5D908916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B5DC5-340F-45B7-B01A-D0E300C5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D7A2A3-1202-4E8A-B842-5778734A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DBF7E-9D24-4AF5-97B5-0CBE6498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Onboarding Automatisé avec l'IA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6FF0A-CB07-4132-B046-0F8CBDD2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6DD9AF-E1B4-4217-AA95-6536464A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9C1773-07F7-455D-B5C6-604AABA1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1EC5A5-015F-4B9D-9B06-D8ACE677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People Analytics : Données RH et 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53ADD0-F8FA-463B-90B6-22C88902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2FAD4D-8A40-472B-AE9D-0AA00AC0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1CA10C-1DDB-43F5-8B69-82FDEE19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A0F705-E0A1-4C10-9A8A-D70786B4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Marque Employeur et 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751AD0-07B7-4524-BBD2-16640A97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D10B33-407D-43DB-8CD5-E28DA037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6A7D52-5A9D-419D-B1C8-B14F109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3DC5FD-FEDE-49B1-B0C6-1F22132F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Droit Social et IA : Conformité Automatisée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B01B6D-F08C-4911-BA8C-118AED59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20B5E0-C988-4CC7-8194-7C7B8536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5D4A6C-5E9B-4521-96F0-C4CE7C2E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E52B06-329A-4E4C-9F68-9B61B5B9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Formation Personnalisée des Talents avec l'IA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C28B06-02E7-409B-AE70-677911BF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0890A2-0824-4CB1-B343-91CF9F0A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F30B06-CC30-47D8-9BEC-EAAF7F0C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Industrialiser les premiers gestes RH sans déshumaniser les décisions.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Rendre l’onboarding plus homogène entre équipes et managers.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Donner aux RH des outils de synthèse plus utiles au pilotage.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Créer une base de réponses, procédures et documents plus accessible.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ADA504-9D3F-4BAB-8A1C-3CD756E3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489C45-E940-4F44-A7C3-DAF33631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5A829F-73C8-45B5-84AF-A3188325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A7B246-221A-42C8-BC70-D8669020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Ressources Humaines &amp; Recrutement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F77DDD-C527-4202-BA64-97CFE2C6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7166896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B648CD-0924-4CEA-A095-8375E09F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FD0E8-63AB-4CAF-B0FD-9CDFD2D5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33C41-1868-4B78-B88C-7F1A58E4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46713-29E5-43B2-AD13-EE78D976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37109-D8C4-4F59-8A35-36AE316D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F8295-0B6A-4D7D-BDB0-24310D7C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32629-2D1B-4452-9473-F7791289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520A72-DC7F-46A3-9401-1156E713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3F4EC-D8FC-4909-94C9-A3A6367A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A4BED-CD87-4B6E-A99B-15C0835A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FAA79-2E16-4DF1-9DF1-841C2ADA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605A5-CB4A-4841-910B-DD309AD6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5B064E-A58A-4066-917C-EF33EF79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8AE54A-6F8B-4190-A349-DC2D1531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1C494-4A64-482D-9921-360C8A31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0167F5-55DB-4CF7-920E-93A85F4D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A9CEC-8265-4120-B3E1-315A2CB5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5B8C00-F047-49A8-937A-C9F831CD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62733F-4C61-4D6F-BFB3-95A61A9F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05EBA5-7510-4CAA-A109-1915CFD6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C39DF2-67AF-4A93-A879-807FBF32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16EE56-F7FF-4281-9D66-A994D0F3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03FFD3-5BF0-488C-80EA-728E62B7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A8B8E5-8B36-4184-91D1-441CA855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F48C11-4957-4667-8BD0-E6C8EE53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89ED9C-826F-4A63-A728-308B3FD1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E01099-94D4-4A1F-8D3A-2FAD6A81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80D82B-5E25-4DBF-9469-47880A25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182144-48A3-442A-85DF-56E9B2B8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Ressources Humaines &amp; Recrutement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966004-3745-470E-837C-61DF469D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0336871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AC64D7-45E1-4E38-BBDE-9A8828DD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B1E00-74F2-4E0E-880B-45F832C3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81B98-E310-4549-9EB9-2A14066D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ressources humaines &amp; recrutement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CDA30-6100-43FE-AF63-7B7E9111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B1366-E1BD-4095-BB68-4063AA23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5A320-D457-414E-89DC-B36BDF82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9025E-1CA2-4C7F-B5EA-FD803A2F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5C0DB-EBE2-4955-A4D9-EBAFB357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Ressources Humaines &amp; Recrutement.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68E86C-A650-4AEA-A9E5-A65E42F1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24C24-ECB3-4A6A-AFD8-D9BD0F03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02FC1-390F-4C74-A7B2-16D7FE7F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6F5D46-DE38-4502-A22F-90F8D8A2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8FDDA-0210-4A81-AE1A-3C910878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849AAB-DDCF-4EE9-8512-60C45183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9EF83-2272-4F68-ADCC-BB20B460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68AF67-ED95-46D6-9E92-67BD0B7F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7B66EF-C26F-4498-94ED-0F88FBB8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060321-F376-4075-9030-24D7CCD3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B3A725-2B1B-4C26-BD35-526856F7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A158A5-2E87-4C92-ABBE-5DCC9BF4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4C405-8ACA-4726-B619-207F8170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3BA407-7528-4902-B1D6-CA322DAE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885579-25C9-40DF-996F-E97EFF06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B7DB7D-C94B-477E-90AC-305B7FDC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ED473C-CB92-46AA-9D54-743187C6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520EEF-9251-4679-A70B-A7165800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Ressources Humaines &amp; Recrutement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794F8A-FAC2-43C3-AA43-5D98DAAB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7289340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760582-6E34-4717-83DC-6BB8D83C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00804-861F-4F5F-809F-D15E947D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446d0f41b4d95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585A8-FB93-4EE2-9C5E-49D89C55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E0A5B-7EA1-4FAF-BD16-A5F82660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74E52-52FF-4837-AB44-D850522D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D460E-921C-44EB-8F1B-51E68F1B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3C857-9B22-4888-83D3-5C852B21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922DF-9CA2-478C-A662-585A6D0C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B252B-4A63-483D-99B4-197A65CC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22670-4626-4DD4-917F-72DAE9BA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2ACB0-6DF9-4951-BC10-8D3F8EC9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E5D812-F213-44D8-8178-4BE0A17B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AD02F4-D41B-49E5-87B0-9DC6FE7C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22C62-1D0A-4857-96F2-4F288E62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1FF048-1282-4483-82AC-0793938F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87379F-128C-4B04-B94F-3578D82C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7B01C8-3468-4D48-B0F4-37A2EBE5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RH / Recrutement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944A3B-7998-46CB-AFA2-428AC836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8A9230-69D7-4B1C-A670-06DDE962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RH / Emploi temporaire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92CFF8-EC81-4208-AAD3-9F549F06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9E8820-0DB0-4879-BBA6-063010CE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Formation professionnelle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89A23D-6DEE-49AE-8435-5736ECF8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591D38-CD7A-4FAB-ACF1-03FF0D6D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Ressources Humaines &amp; Recrutement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D3E332-3D1E-430F-BD60-FC4FAAB1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028481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2026-06-13T00:10:50.3830000Z</dcterms:created>
  <dcterms:modified xsi:type="dcterms:W3CDTF">2026-06-13T00:10:50.3830000Z</dcterms:modified>
</coreProperties>
</file>