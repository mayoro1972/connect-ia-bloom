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ba2f1dce6f4412" /><Relationship Type="http://schemas.openxmlformats.org/officeDocument/2006/relationships/extended-properties" Target="/docProps/app.xml" Id="Rcb76fb14dbd643d2" /><Relationship Type="http://schemas.openxmlformats.org/officeDocument/2006/relationships/officeDocument" Target="/ppt/presentation.xml" Id="R4518df44f98641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9f8ee599cd4d4f"/>
  </p:sldMasterIdLst>
  <p:notesMasterIdLst>
    <p:notesMasterId xmlns:r="http://schemas.openxmlformats.org/officeDocument/2006/relationships" r:id="R8a7dafb0131d4a43"/>
  </p:notesMasterIdLst>
  <p:sldIdLst>
    <p:sldId xmlns:r="http://schemas.openxmlformats.org/officeDocument/2006/relationships" id="256" r:id="Rf0c41110ec1c4d98"/>
    <p:sldId xmlns:r="http://schemas.openxmlformats.org/officeDocument/2006/relationships" id="257" r:id="R88c5796755f140e8"/>
    <p:sldId xmlns:r="http://schemas.openxmlformats.org/officeDocument/2006/relationships" id="258" r:id="R34cb88e310d84168"/>
    <p:sldId xmlns:r="http://schemas.openxmlformats.org/officeDocument/2006/relationships" id="259" r:id="R0ab8a96d961441da"/>
    <p:sldId xmlns:r="http://schemas.openxmlformats.org/officeDocument/2006/relationships" id="260" r:id="Rac3c235227314dd9"/>
    <p:sldId xmlns:r="http://schemas.openxmlformats.org/officeDocument/2006/relationships" id="261" r:id="R198758ff2aa74149"/>
    <p:sldId xmlns:r="http://schemas.openxmlformats.org/officeDocument/2006/relationships" id="262" r:id="R22ce74c53117497d"/>
    <p:sldId xmlns:r="http://schemas.openxmlformats.org/officeDocument/2006/relationships" id="263" r:id="Rb4404af4f5ce45b8"/>
    <p:sldId xmlns:r="http://schemas.openxmlformats.org/officeDocument/2006/relationships" id="264" r:id="R4282ccc7e19946f2"/>
    <p:sldId xmlns:r="http://schemas.openxmlformats.org/officeDocument/2006/relationships" id="265" r:id="R2917af1e63004e4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7274c1c2234e27" /><Relationship Type="http://schemas.openxmlformats.org/officeDocument/2006/relationships/slideMaster" Target="/ppt/slideMasters/slideMaster1.xml" Id="Rac9f8ee599cd4d4f" /><Relationship Type="http://schemas.openxmlformats.org/officeDocument/2006/relationships/notesMaster" Target="/ppt/notesMasters/notesMaster1.xml" Id="R8a7dafb0131d4a43" /><Relationship Type="http://schemas.openxmlformats.org/officeDocument/2006/relationships/presProps" Target="/ppt/presProps.xml" Id="Rf1833a173a9c4149" /><Relationship Type="http://schemas.openxmlformats.org/officeDocument/2006/relationships/viewProps" Target="/ppt/viewProps.xml" Id="R7d3c6f3f74504569" /><Relationship Type="http://schemas.openxmlformats.org/officeDocument/2006/relationships/tableStyles" Target="/ppt/tableStyles.xml" Id="R0ed75cb7338f4641" /><Relationship Type="http://schemas.openxmlformats.org/officeDocument/2006/relationships/slide" Target="/ppt/slides/slide1.xml" Id="Rf0c41110ec1c4d98" /><Relationship Type="http://schemas.openxmlformats.org/officeDocument/2006/relationships/slide" Target="/ppt/slides/slide2.xml" Id="R88c5796755f140e8" /><Relationship Type="http://schemas.openxmlformats.org/officeDocument/2006/relationships/slide" Target="/ppt/slides/slide3.xml" Id="R34cb88e310d84168" /><Relationship Type="http://schemas.openxmlformats.org/officeDocument/2006/relationships/slide" Target="/ppt/slides/slide4.xml" Id="R0ab8a96d961441da" /><Relationship Type="http://schemas.openxmlformats.org/officeDocument/2006/relationships/slide" Target="/ppt/slides/slide5.xml" Id="Rac3c235227314dd9" /><Relationship Type="http://schemas.openxmlformats.org/officeDocument/2006/relationships/slide" Target="/ppt/slides/slide6.xml" Id="R198758ff2aa74149" /><Relationship Type="http://schemas.openxmlformats.org/officeDocument/2006/relationships/slide" Target="/ppt/slides/slide7.xml" Id="R22ce74c53117497d" /><Relationship Type="http://schemas.openxmlformats.org/officeDocument/2006/relationships/slide" Target="/ppt/slides/slide8.xml" Id="Rb4404af4f5ce45b8" /><Relationship Type="http://schemas.openxmlformats.org/officeDocument/2006/relationships/slide" Target="/ppt/slides/slide9.xml" Id="R4282ccc7e19946f2" /><Relationship Type="http://schemas.openxmlformats.org/officeDocument/2006/relationships/slide" Target="/ppt/slides/slide10.xml" Id="R2917af1e63004e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cf685b7ad14c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9f679fd032468e" /><Relationship Type="http://schemas.openxmlformats.org/officeDocument/2006/relationships/notesMaster" Target="/ppt/notesMasters/notesMaster1.xml" Id="Re6dceeb8447249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7431681529485c" /><Relationship Type="http://schemas.openxmlformats.org/officeDocument/2006/relationships/notesMaster" Target="/ppt/notesMasters/notesMaster1.xml" Id="Reff7dfed13d745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67d4b8c3ca425a" /><Relationship Type="http://schemas.openxmlformats.org/officeDocument/2006/relationships/notesMaster" Target="/ppt/notesMasters/notesMaster1.xml" Id="R27e390b4531e47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cd1d5186a84f56" /><Relationship Type="http://schemas.openxmlformats.org/officeDocument/2006/relationships/notesMaster" Target="/ppt/notesMasters/notesMaster1.xml" Id="Rd1afa5fc061049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fc751eaa16432d" /><Relationship Type="http://schemas.openxmlformats.org/officeDocument/2006/relationships/notesMaster" Target="/ppt/notesMasters/notesMaster1.xml" Id="R8200a30e78a541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5c370f2e6448b9" /><Relationship Type="http://schemas.openxmlformats.org/officeDocument/2006/relationships/notesMaster" Target="/ppt/notesMasters/notesMaster1.xml" Id="R330e1c9a1bdb4c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5ba4980fbf4caf" /><Relationship Type="http://schemas.openxmlformats.org/officeDocument/2006/relationships/notesMaster" Target="/ppt/notesMasters/notesMaster1.xml" Id="Reea5c0f0809c47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741f70b8f94a68" /><Relationship Type="http://schemas.openxmlformats.org/officeDocument/2006/relationships/notesMaster" Target="/ppt/notesMasters/notesMaster1.xml" Id="R00fd5eaaff6e48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46ff0eebcc4cba" /><Relationship Type="http://schemas.openxmlformats.org/officeDocument/2006/relationships/notesMaster" Target="/ppt/notesMasters/notesMaster1.xml" Id="Rbb7220d9514c49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d8a7ea8f264003" /><Relationship Type="http://schemas.openxmlformats.org/officeDocument/2006/relationships/notesMaster" Target="/ppt/notesMasters/notesMaster1.xml" Id="R647b27fa53264f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5a514cd4594c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b5f34eaca3455b" /><Relationship Type="http://schemas.openxmlformats.org/officeDocument/2006/relationships/slideLayout" Target="/ppt/slideLayouts/slideLayout1.xml" Id="R33cc29fe52c241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cc29fe52c241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accfebb79402f" /><Relationship Type="http://schemas.openxmlformats.org/officeDocument/2006/relationships/image" Target="/ppt/media/image.png" Id="R966bbb467927467d" /><Relationship Type="http://schemas.openxmlformats.org/officeDocument/2006/relationships/notesSlide" Target="/ppt/notesSlides/notesSlide1.xml" Id="Rbbbca556037f4d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3d6db3c7f4ffa" /><Relationship Type="http://schemas.openxmlformats.org/officeDocument/2006/relationships/image" Target="/ppt/media/image2.png" Id="R874acb4472144c84" /><Relationship Type="http://schemas.openxmlformats.org/officeDocument/2006/relationships/notesSlide" Target="/ppt/notesSlides/notesSlide2.xml" Id="Reecbec82435c43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86af741ad4b06" /><Relationship Type="http://schemas.openxmlformats.org/officeDocument/2006/relationships/notesSlide" Target="/ppt/notesSlides/notesSlide3.xml" Id="R449d234fa4a64b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f5cae7ecf4b1b" /><Relationship Type="http://schemas.openxmlformats.org/officeDocument/2006/relationships/notesSlide" Target="/ppt/notesSlides/notesSlide4.xml" Id="R564e0ee6dae247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959ae705646c5" /><Relationship Type="http://schemas.openxmlformats.org/officeDocument/2006/relationships/notesSlide" Target="/ppt/notesSlides/notesSlide5.xml" Id="Rd6c03da9b24d45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e348382df4fc5" /><Relationship Type="http://schemas.openxmlformats.org/officeDocument/2006/relationships/notesSlide" Target="/ppt/notesSlides/notesSlide6.xml" Id="Rf1cce9b2c5a147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4e5d012854b0d" /><Relationship Type="http://schemas.openxmlformats.org/officeDocument/2006/relationships/notesSlide" Target="/ppt/notesSlides/notesSlide7.xml" Id="Rbf981e4a439744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05b95de024588" /><Relationship Type="http://schemas.openxmlformats.org/officeDocument/2006/relationships/notesSlide" Target="/ppt/notesSlides/notesSlide8.xml" Id="R9722a46128b34c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07aa1f0df46df" /><Relationship Type="http://schemas.openxmlformats.org/officeDocument/2006/relationships/notesSlide" Target="/ppt/notesSlides/notesSlide9.xml" Id="R79544a06cfd24a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f8f36f5f94dcf" /><Relationship Type="http://schemas.openxmlformats.org/officeDocument/2006/relationships/image" Target="/ppt/media/image3.png" Id="Rcf38a268e18a423d" /><Relationship Type="http://schemas.openxmlformats.org/officeDocument/2006/relationships/notesSlide" Target="/ppt/notesSlides/notesSlide10.xml" Id="R3c56a5c5c4be435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3797C7-2490-4F94-9141-25AA72C9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0941C-9EC7-4CB7-A1D6-CB3716FD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DFB36-EA09-4E9D-AC82-AAAEFE04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25DEE-14B7-4E9F-B4B9-E4C3E527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DAA78-549B-4248-9C3D-DC132FF7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6bbb467927467d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A50CA-8EDA-47F5-9DDF-84FF3772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56242-3638-4AE7-A568-2A0C15C5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Télécommunications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55E14-B887-4BDF-A949-B9491E57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521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Mieux coordonner service client, opérations, réseau et pilotage dans des environnements à fort volume.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96E2ED-5292-405C-875A-064708B1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537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opérateurs télécoms et directions support qui veulent transformer l’IA en meilleure réactivité, meilleure qualité de service et meilleure lecture des incidents.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99AEF-808D-4B03-89BF-C818982F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76030-085A-4279-8070-A4BE9C03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B7202A-F0C8-49B0-A0D4-ABDF7A1B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3F353-60E7-4B0D-8FE7-E4197D75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63E9F-CDAC-445C-A336-10656C69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46ECC9-179C-40EA-9C2F-67298936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Télécommunications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4D6129-CC66-48C7-B827-C9CB1391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1D6AF7-A537-4B48-A7A6-4C9177E1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Régulation / Télécoms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13CDAF-AD25-4F0F-A332-78DAE233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AB0928-2DCB-488F-87EB-013BD2FC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Médias / Télécoms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9341FD-A042-4250-80BB-2B876F47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3DEBC1-DE33-4214-9081-23F088D2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Administration / Numérique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97B9DA-9FEE-46C4-99EC-04B213A6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AA3157-8A66-4D10-9CBD-4854C7D2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C2C42F-6715-43DE-B0A9-35F1B077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979EAD-BA09-4C04-B7B9-154F2327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FE447B-C2E4-44B4-A829-CE0F1388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337398-2898-4B25-9CD2-48A5AE6C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C4D379-C178-44B3-80D3-0D42B462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E3DBFE-9E13-43AA-880B-750AC895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A6C60A-E6FB-43CA-946A-659D0F89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C13D01-27D2-424E-BB34-9265C336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9C3774-8A85-4320-9296-1524F260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3FCA51-8303-44FD-81FF-23E28EAD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AE4427-C0FD-4E37-A93F-44ABC6B4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02D046-2991-40BB-8210-6FBD5FA3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92D8A7-EF98-42C6-9583-EAD79F9D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294D52-AC63-409F-8795-98C16AA5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DD1D72-3EE5-4AEF-A743-ABE0BB11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1F6180-A051-4AD6-921B-08434D0A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7B8668-F7C3-40FE-B450-065F3A75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A6B4E1-97D7-4A33-BA0D-A23E0460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AE79C9-0012-4670-A54A-2D081A2E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Télécommunications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B4C6D5-AA64-4C23-BC0F-C29391E1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86393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3006DE-8F0A-448A-8A9A-2B12A2DC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FD763-1CF8-41AF-BE9A-09BF29D2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58C43-89FA-4B68-A764-CF9B1094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télécommunications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03984-C499-4153-9CFE-55C43922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ROI se lit ici dans la réduction des temps de réponse, la coordination entre réseau et service client, la synthèse des incidents et la vitesse de pilotage managérial.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739FD-172C-4EA8-90FA-648B2A26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acb4472144c84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C6BB8-560A-4014-9091-80B5A04D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564C6-2D2B-45C2-AB03-994E22C8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4A68D-71BD-4BB0-8FEB-2F9BCEE0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BD316-A1A3-41B1-A438-C5CB8232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1D8D6-2749-467E-8687-195A8F51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D3D59-E192-4C0F-B1EF-116B2234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41875-BB5E-4095-A858-1456E311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F5871-F79B-411C-A315-30D2A66A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Télécommunications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C87E3-6722-42DA-9596-A02B1EF3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13B89F-2A35-4CA6-B6C7-64642BAA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Régulation / Télécoms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B55CCA-5581-4ED2-925F-4CECF963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15ADA2-56C8-41C0-BDC5-FD3F179E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Médias / Télécoms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1D988F-11AD-49ED-AF08-89832BA3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8A8768-5B50-4B4B-8ADE-13913DE1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Administration / Numérique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C81E7B-A29C-4EA6-9BB3-1F315D29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C6912C-87B8-4EF2-B2B7-8079A986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EC1610-4EE9-4485-B7B7-57EF51A5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421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F32156-DA67-41D6-AF2A-E4063408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69317C-2132-48A1-A415-DDA879D9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Télécommunications | Positionnement et preuve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5D3027-435F-43D0-98B7-B37D1043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593127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5DD15E-49BE-4422-8794-70F26258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9D2F5-7142-4370-B884-83C38B5F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7DB80-62AA-459E-BF67-23094B61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51B8C-0C4D-425E-9B95-D35A5B19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97200-6FE4-4F9A-9F18-B630CA08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6FBC4-DC01-4BDA-8FC4-120CDB8C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551D5-F053-4E75-B63B-B5A38B2D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Flux clients massifs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5E576-D3B5-4A1A-AFE5-D2A05676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E3C11-25CB-41AD-AE55-1E55506E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demandes récurrentes arrivent sur plusieurs canaux avec des niveaux de qualité variables.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0C17BE-3D13-4AA8-9A31-7D216725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1428E1-6301-4DC2-96E8-E1C6C622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gagnent des réponses plus homogènes et une meilleure continuité de traitement.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745F3-9433-48E2-A401-814D7986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C7A33-2B84-4C39-99BA-F932D99B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0DFD7-334D-48B4-99D1-2A42C90B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Incidents réseau difficiles à relire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4D03DB-1FC0-4EEE-9727-E694E689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8D13CB-F8C3-4015-BCE0-E0D8976F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informations utiles sont nombreuses mais difficiles à consolider rapidement.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D815C-E955-4434-A5E4-22A6E3C0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140894-8EA8-4F42-9FE9-D3768322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managers disposent de synthèses plus lisibles pour arbitrer plus tôt.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70DC9E-761D-4C40-81DD-B7030A6B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1BB119-5358-42C3-8ACF-18E6EA95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76B5B1-315C-4DBA-B211-E5CE8B75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Scripts et procédures dispersés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F01C35-53FD-408C-8AB6-84431BA6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BFEB17-1970-4C97-B103-0E07E423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conseillers et équipes terrain cherchent souvent l’information utile dans plusieurs sources.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71C5D6-A798-4180-87B8-F9AE95DF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3F0CF6-A514-4D5C-8B77-EAA7F8B1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base structurée améliore la cohérence et réduit les hésitations au quotidien.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B350C9-6306-4A4A-BB66-9935B789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164306-3ED7-47BB-A79B-6EACCCC6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0BFBB7-4823-4396-906E-CCD826D7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Pilotage lent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EC6C78-338E-4CE0-8EB5-B3406776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0509CE-BA1E-46B0-B517-4350BB5C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KPI existent mais restent peu commentés pour l’action rapide.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C70477-80CD-43CE-9DA9-18AC4105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DEBFA9-BA7C-4B3B-B137-C3DEDD8B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tableaux de bord gagnent en commentaires, alertes et priorités visibles.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53754C-E560-4A2E-AC56-AC92951F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275361-F55D-46F3-91E7-B766D657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9417DA-DCE9-478C-ABF5-6FDAB885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98CAF9-FA39-4FFA-9964-ABD4081E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D9BD8F-A00F-473F-B7E2-8DA6D9AC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Télécommunications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86D2F1-CC5D-4952-B443-FC8BD68B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563169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CB68D9-5D29-40E0-92A8-0723937E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FC9A2-1851-4BBE-BAB0-25D17099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72CA8-9F68-4072-B7C2-2F1B8C3D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F4103-794E-44FD-BE1B-D7F69C9A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56BC0-2E61-45E3-AEA3-953698E9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7A56C-CC2C-4C43-AEE5-72D4BBA9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20 à 40 %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1B360-71B3-4C48-82C3-93968C58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les délais de réponse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0F8CE7-A254-486E-92CC-6DADB136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demandes simples, FAQ, suivi de premier niveau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A370A-4F84-4D69-B051-9C90AE73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028C6-D5AE-45F3-AC62-0B058901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Service plus homogène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E5659-0239-43E1-8917-D6B212F4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plusieurs canaux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3066C4-7F71-4F04-827B-17B396DE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voix, mail, chat, terrain, agences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0C319-44B5-4BA5-9EC0-E44C487A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2F15D-8D8C-426C-945D-91CF0D99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Réactivité accrue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DE12F-7B69-4C6E-96FB-437E07FB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incidents et qualité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D5F32A-4CD7-48D5-8A95-42428329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alertes, escalades, priorisation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64F15B-DB97-452E-B295-47A53951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9411F2-63C5-43EC-B542-3BE390A1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Managers mieux servis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3498A3-9A34-43BF-A01E-FBE8708D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 les KPI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106942-96C4-483C-AED6-E6D5CCD6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commentaires automatiques et lecture plus rapide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ED93AD-7170-40E9-ABAA-C7DB573C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856F0E-C739-40E9-8696-DDF81FFA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2B7339-D02F-4550-9D35-3F3EF16D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F75D2D-5849-4564-AFC4-A8B90839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9044AB-59E1-488D-8327-B8B2B783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29ED63-4B7B-423A-8972-2EEB7BB4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Télécommunications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CB66AB-0D13-4AE5-AAA4-41093EBC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273808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16A589-5816-4C76-B917-68980835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754C6-A914-4211-99FA-3176A928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D96F0-76AA-4306-8903-71216A00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2D886-D751-4506-84BB-37902F67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05F07-22ED-4837-AABC-0803464F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B15D6-1A74-4D2C-B020-BA29FB03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1BCC0-2175-4934-96E5-0CA1BCD0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Copilote service client multicanal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70C8D-84BE-4DD5-BC2B-01570B80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154C7-8D0D-4D20-8B88-58A59763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conseillers reformulent sans cesse les mêmes réponses.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84876-2821-4E21-94C2-11595039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66AD8E-5AFE-4DBE-A33F-933BDE37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 assistant encadré accélère la réponse et la qualité rédactionnelle.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B539A-6557-4D37-AF8E-53CB7221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390380-1DA7-4323-915F-DF643264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moyen de réponse ; taux de validation premier jet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44C35-E942-4CA4-AB3D-9B87DE83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A82FB6-4AF3-4CB3-830A-6D079E25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CE4A8-CE77-4C35-A155-B628927F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Synthèse tickets et incidents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60A28A-485D-4149-A859-D30A41C0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53C76A-27ED-4C90-B6BE-6F25BB41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tickets et incidents restent longs à analyser à l’échelle.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7FBCF-096E-4F17-812C-EFE7E2BC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174DDB-11D9-4682-B860-FA865AB6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motifs récurrents et signaux faibles remontent plus vite.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BD233D-941E-42E4-9FA0-9CB1CB0C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FD75DC-F42F-437B-B98D-3B793BCE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d’analyse ; délai d’escalade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EC8254-31DB-472B-AB81-D627DC05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7CF660-B1E4-4253-8317-5F1A5114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D54EE1-381D-4526-8846-51A4A461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Base procédures réseau et front office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73884E-753C-41A0-A98F-FC3FEBB1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0A8468-F02F-42AE-8560-569367C7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règles et scripts se diffusent inégalement entre équipes.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BEC58A-F429-4218-8731-6095328C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832D65-A808-43A5-AA96-41051B63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bonnes consignes deviennent plus faciles à retrouver et à partager.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BEF063-804E-4907-92D6-353DF302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A51B2C-3379-4032-BC25-4CDB5E3A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recherche ; temps d’onboarding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77E917-64D4-4E9D-AE34-B0B7DCDD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D19712-8335-41EC-A6C1-7F24F61D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55C857-7DB0-4A65-A4A9-4F32168B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Commentaire IA du pilotage qualité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9F5680-26C2-4390-A766-74D28BFE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4E89B6-324E-4FFD-8D3A-283AB718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dashboards sont visibles mais peu actionnables pour les managers.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81E402-2DAD-47A3-8910-8633DC02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A08097-D6F8-43BE-A730-F2A000A7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écarts et priorités sont commentés plus vite pour soutenir l’arbitrage.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F86494-A61A-48BF-BA86-7F6FAB68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4A4366-FFCD-4471-9B27-80084FD2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lecture des KPI ; réactivité de pilotage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302A56-9A7E-4F81-B7AC-4C7DA991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E6C7AD-2462-4A57-9BBB-EEB3C61E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Télécommunications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6015F0-6C29-42FB-86FA-DF4CC752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922350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0CA465-8FB2-46D5-B166-75EF02F5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21622-7CF6-4D16-B21C-CB453FE5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C8BC8-31F8-461C-A5EF-435DEC50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E5731-0F2C-4882-86BE-8E459F08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D9A61-6F86-4B87-A027-53E4081F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8CFC3-97FC-4703-934C-552B14B8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ACF06-A06E-4AE4-BF25-CA63CDEE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Copilote service client multicanal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F0458-B826-4180-96E2-E62A8E2B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06D76-34FA-488A-9E75-F2A0A5C8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conseillers reformulent sans cesse les mêmes réponses.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B1F57-9A77-478F-B4FA-76D480D7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1DFF4-48E9-4D1E-AE17-BAD5081F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 assistant encadré accélère la réponse et la qualité rédactionnelle.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6BA97-E477-4E9E-9087-532DE0DE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CBC4E0-69E3-42BF-B01B-C0ED183D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moyen de réponse ; taux de validation premier jet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04B2E5-DAE8-4E64-A802-31FC5AB7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CA697-4B9C-4B5E-B1AC-730C3266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46C9D7-D937-4906-B2D8-C012795E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Synthèse tickets et incidents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54ECA4-94AB-456C-9C99-B3CC653C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7B3188-B6BC-4E5A-A5CC-8AD2230F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tickets et incidents restent longs à analyser à l’échelle.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8936C2-7F04-4F6C-A2E7-6A7DC169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875ACA-86C5-459C-86CC-F0237FD0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motifs récurrents et signaux faibles remontent plus vite.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C76F41-8725-424E-B2A0-8738CAB8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BBCE95-8760-4629-A35D-52326F88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d’analyse ; délai d’escalade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316162-F6DC-45B7-9B37-6A7D8B77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1C2418-7356-441C-A420-DF350329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18E635-3609-434A-B630-2B1C13E8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5DD808-C2E1-489B-A253-B17C7461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Télécommunications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4F74BF-38E5-48CC-9A7A-C644181D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740497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27667F-C31D-4727-AE66-3BCCFD4B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0127D-B2EA-41EA-B4FE-CF6E618F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B37BA-1C0E-45FA-A7A7-5A0FB260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8E65D-07E1-4274-8012-3C0063AC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127DE-5F67-4FFB-BEC6-FF519088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E5A85-407A-4A88-9915-C65837A7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7602F-7266-4FE2-AE14-1EEDD7BE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583BA-B97C-493B-9137-21AAAA56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E248A-67A3-4D77-8F80-0B9585D0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439DE-435C-4020-8567-7FDFC386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Chatbots Intelligents pour le Service Client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32AB0-E5D2-48A0-8A82-E38BCC2B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F43482-84FB-49CC-A807-BC47991B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ADF96A-9CC9-4D3B-A66B-A2204AD9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255620-A8EC-4D80-A3DF-6F602C96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Expérience Client Omnicanale avec l'IA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C54F89-C643-4D3D-B583-9FEB3A92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7CB7E-9F35-4CA3-89F5-36E6AFB7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00BE88-9C2E-419D-9AB8-02715B9A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0C6522-04D2-404E-B87E-EBD815C7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Support Prédictif et Maintenance Anticipée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D8F143-DFF7-42CD-AA6E-0C6F801C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9F472F-E9CF-4999-9180-A4728B77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AD0306-5211-4FBE-B843-4F579317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A97E83-2EDC-4B79-9967-BADBCF88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Power BI et Tableaux de Bord 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2A4BFD-376B-4104-95FB-7BD56BD4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9AEE9E-CB4A-405B-A318-C91F2D12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EA72EE-F9F6-47F5-A2C7-9DF1481B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0CBC0C-7145-4BB9-9332-2C85A9AD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Automatisation Administrative avec l'IA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98CADF-E450-4ED0-B414-95C4C135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4B2C08-000C-4284-A4B3-8144C117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B8634F-C3F2-449B-A757-DE053A67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EAF622-F193-43EB-A0F1-1033E0C1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Conduite du Changement IA en Entreprise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AAB2C6-1900-4350-950F-5CEC95D0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A8320F-A2F3-40F9-8C41-B7569A2B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84CBDE-B515-4D27-A063-061C1CD6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Relier plus clairement service client, opérations et pilotage.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Réduire la charge répétitive sur les demandes récurrentes.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Mieux diffuser procédures, scripts et consignes réseau.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Rendre les incidents et KPI plus faciles à commenter et à piloter.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DE2238-A90F-4CEF-B78C-7E5F8210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A78563-CCB3-4C99-8B87-1656B7E4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8147B8-1D33-4D1D-8F77-38402330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B0D5E2-0C99-439C-984A-5339F28D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Télécommunications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30B773-406F-401F-A884-5FE5ABA2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651846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252B09-0507-4AB7-AE32-3F5D43BA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39D20-D754-484B-8337-7345450F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E63F9-90E8-4EDE-89AA-75A3881A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900C2-FCD9-4C45-A04B-4572DD1B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64BDE-2B82-4210-A2AA-A8FA6857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16A82-B467-45A6-BEF8-7068025E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D9611-9D09-49BA-93AD-532F7A16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5A2DC-3AF9-418F-BEBC-4EF1BA64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6A96B-8047-4B7C-9F64-07F9088A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823BC-28D1-4DCB-A965-58574C4B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C5F06-05D1-4E91-B51D-056DC69E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1AEC6-B5CE-4270-B042-5A47B00E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0E3886-2614-4AD3-B2F0-D5777280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8060A7-1D4F-4DC4-BD3E-E5A69E86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4F452F-87AB-4503-9747-D4A8FB44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5B557-8FE2-4884-B899-B87D62C0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4F44B7-AFB3-4201-8F42-08AE868D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CE2446-F851-4931-B8D5-6D90467D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63780A-2727-4C87-BBFB-1DC6DCE9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C95308-C9E1-47BE-A683-D34C706E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8EE9D0-F8EC-4752-9FA4-8B590B75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71C5B7-5425-4C50-B455-CE78D626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B50B6A-43D8-46D9-A514-B91577BD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9370AD-3698-4ABD-93F2-B4EC9298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FBC515-82E6-4D52-8460-A4647C8B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97EF20-85AE-4139-87E4-9CD825CA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C217E9-D3D4-41B4-B2D3-B9F7AF00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3CEA62-0E98-40C0-87BA-79D576B2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9BC772-A7C3-4D9E-A277-BC462ADB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Télécommunications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E530A6-DE28-4078-A99A-BAAEBAE5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0913931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56D383-4C2D-4D42-90F5-87A31F1B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2857D-5230-4093-BEAC-E818390C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A65BF-E5C3-4A5B-8E25-82D7BECD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télécommunications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AF026-2CA1-46FA-9F78-7E54BF12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D78DA-9538-4CEE-A8EC-F333C59B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400D5-0D37-4522-9517-0AEB5338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EF878-CA54-470F-BBAB-A5EF5EAE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F3559-64DD-4AB0-8490-95CBAE9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Télécommunications.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61CEC-10FF-48A4-B0BF-D23FEEF0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B8D33-5D08-42C7-8A34-4DD6E340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9EFFC-9D97-4109-A9F0-E031611C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850377-8EF8-4C5C-BBE2-77509D89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469D3-9C07-4870-B276-413BFC27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A5AFC-359E-41B5-BAEA-E974AAB4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B47A6-5769-4C0C-AA20-1171CC77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EAC544-F0C5-4B77-9B28-53032646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FFCB2-3565-449E-8B92-D5D0BA90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5D9A7-8BD8-4634-822F-47FD84D9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079E83-2161-4246-AD6E-BAB53310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4A638C-BE97-4C13-AF0B-C33611C8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AB857C-C8D3-4FFA-B926-D184565D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0F852A-2A66-4344-AE57-3E90877E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F34218-7496-40CE-BE16-37626883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836996-9A3C-4AF7-928F-9699D7CB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137A7E-7972-49D7-9B00-EF547A1E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8660AB-DCC4-47BF-94EE-CD26983F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Télécommunications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5AEAC4-530F-41B5-8715-930802A3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4459982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8CB891-1CF5-41C9-BA78-0AD9961F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CD795-A2ED-42CA-843B-C0AD59D3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38a268e18a423d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837B2-B66A-4119-8623-6AB0031D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E240A-8ED2-482E-88FB-69B3EC3E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08778-7DCF-429E-8E1F-BE86CD6B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BC161-A890-4334-B1D6-08F498AB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3B701A-75A4-4272-AFE7-2E731039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78F7E-D2E2-4244-A510-054BDF79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3FBF08-F40E-458C-B2D2-DF72F930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D6229-0634-4C9A-AC96-513E5E5B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F73A8C-0061-40B7-A731-D6212F3D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3AAB9-2D68-47C7-8204-7C214168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85EFE-6B9F-4C02-ACAA-7DA325CF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116A0F-F065-4952-8042-B5976423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14CF78-80D9-457A-9D17-09541709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3B7F43-0795-4E59-A558-6D0C705D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8235CD-A661-4ECF-A577-D4509D10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Télécommunications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71411F-C588-49AA-88C2-E67B3502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957DEE-4218-4879-885B-55BCCD95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Régulation / Télécoms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957C89-4C01-4F32-8017-9A151485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E588A3-C38A-4054-A900-91F2D0DB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Médias / Télécoms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112DC1-CC52-44DA-BA02-1C03E34E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BE6227-A713-4E87-9320-F5FE3900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Télécommunications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3D7101-A9AD-4D2E-9E54-8F1E5524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59571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2026-06-13T00:08:11.3290000Z</dcterms:created>
  <dcterms:modified xsi:type="dcterms:W3CDTF">2026-06-13T00:08:11.3290000Z</dcterms:modified>
</coreProperties>
</file>