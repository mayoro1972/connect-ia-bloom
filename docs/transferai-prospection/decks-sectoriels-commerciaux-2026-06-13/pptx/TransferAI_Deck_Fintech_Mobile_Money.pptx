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359384715945b7" /><Relationship Type="http://schemas.openxmlformats.org/officeDocument/2006/relationships/extended-properties" Target="/docProps/app.xml" Id="R2f1ec035ba254932" /><Relationship Type="http://schemas.openxmlformats.org/officeDocument/2006/relationships/officeDocument" Target="/ppt/presentation.xml" Id="R89a085773c8f4c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3c08fce8384a0b"/>
  </p:sldMasterIdLst>
  <p:notesMasterIdLst>
    <p:notesMasterId xmlns:r="http://schemas.openxmlformats.org/officeDocument/2006/relationships" r:id="R7e5f1ab1dd9846a7"/>
  </p:notesMasterIdLst>
  <p:sldIdLst>
    <p:sldId xmlns:r="http://schemas.openxmlformats.org/officeDocument/2006/relationships" id="256" r:id="Rc941275654ea4964"/>
    <p:sldId xmlns:r="http://schemas.openxmlformats.org/officeDocument/2006/relationships" id="257" r:id="R45c634c2532f4286"/>
    <p:sldId xmlns:r="http://schemas.openxmlformats.org/officeDocument/2006/relationships" id="258" r:id="Ra75b66a93f4f464d"/>
    <p:sldId xmlns:r="http://schemas.openxmlformats.org/officeDocument/2006/relationships" id="259" r:id="Rd5418760b5bc4fb8"/>
    <p:sldId xmlns:r="http://schemas.openxmlformats.org/officeDocument/2006/relationships" id="260" r:id="R5dc1a6cfbe234294"/>
    <p:sldId xmlns:r="http://schemas.openxmlformats.org/officeDocument/2006/relationships" id="261" r:id="Reee4a4e822bf45fd"/>
    <p:sldId xmlns:r="http://schemas.openxmlformats.org/officeDocument/2006/relationships" id="262" r:id="Rc9e185df3530407c"/>
    <p:sldId xmlns:r="http://schemas.openxmlformats.org/officeDocument/2006/relationships" id="263" r:id="R9232d04eda01490b"/>
    <p:sldId xmlns:r="http://schemas.openxmlformats.org/officeDocument/2006/relationships" id="264" r:id="Rd1680a0859844c77"/>
    <p:sldId xmlns:r="http://schemas.openxmlformats.org/officeDocument/2006/relationships" id="265" r:id="R4a70f50ad07143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836141e58b42d4" /><Relationship Type="http://schemas.openxmlformats.org/officeDocument/2006/relationships/slideMaster" Target="/ppt/slideMasters/slideMaster1.xml" Id="R1f3c08fce8384a0b" /><Relationship Type="http://schemas.openxmlformats.org/officeDocument/2006/relationships/notesMaster" Target="/ppt/notesMasters/notesMaster1.xml" Id="R7e5f1ab1dd9846a7" /><Relationship Type="http://schemas.openxmlformats.org/officeDocument/2006/relationships/presProps" Target="/ppt/presProps.xml" Id="R4f1679acc2404e0f" /><Relationship Type="http://schemas.openxmlformats.org/officeDocument/2006/relationships/viewProps" Target="/ppt/viewProps.xml" Id="R1a790a69462840f4" /><Relationship Type="http://schemas.openxmlformats.org/officeDocument/2006/relationships/tableStyles" Target="/ppt/tableStyles.xml" Id="Rb2b371fecccd45ed" /><Relationship Type="http://schemas.openxmlformats.org/officeDocument/2006/relationships/slide" Target="/ppt/slides/slide1.xml" Id="Rc941275654ea4964" /><Relationship Type="http://schemas.openxmlformats.org/officeDocument/2006/relationships/slide" Target="/ppt/slides/slide2.xml" Id="R45c634c2532f4286" /><Relationship Type="http://schemas.openxmlformats.org/officeDocument/2006/relationships/slide" Target="/ppt/slides/slide3.xml" Id="Ra75b66a93f4f464d" /><Relationship Type="http://schemas.openxmlformats.org/officeDocument/2006/relationships/slide" Target="/ppt/slides/slide4.xml" Id="Rd5418760b5bc4fb8" /><Relationship Type="http://schemas.openxmlformats.org/officeDocument/2006/relationships/slide" Target="/ppt/slides/slide5.xml" Id="R5dc1a6cfbe234294" /><Relationship Type="http://schemas.openxmlformats.org/officeDocument/2006/relationships/slide" Target="/ppt/slides/slide6.xml" Id="Reee4a4e822bf45fd" /><Relationship Type="http://schemas.openxmlformats.org/officeDocument/2006/relationships/slide" Target="/ppt/slides/slide7.xml" Id="Rc9e185df3530407c" /><Relationship Type="http://schemas.openxmlformats.org/officeDocument/2006/relationships/slide" Target="/ppt/slides/slide8.xml" Id="R9232d04eda01490b" /><Relationship Type="http://schemas.openxmlformats.org/officeDocument/2006/relationships/slide" Target="/ppt/slides/slide9.xml" Id="Rd1680a0859844c77" /><Relationship Type="http://schemas.openxmlformats.org/officeDocument/2006/relationships/slide" Target="/ppt/slides/slide10.xml" Id="R4a70f50ad07143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822bd31435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62430148844942" /><Relationship Type="http://schemas.openxmlformats.org/officeDocument/2006/relationships/notesMaster" Target="/ppt/notesMasters/notesMaster1.xml" Id="R830fa86bb37c48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095572e104233" /><Relationship Type="http://schemas.openxmlformats.org/officeDocument/2006/relationships/notesMaster" Target="/ppt/notesMasters/notesMaster1.xml" Id="R228f80f4632c4c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51785735ed4a21" /><Relationship Type="http://schemas.openxmlformats.org/officeDocument/2006/relationships/notesMaster" Target="/ppt/notesMasters/notesMaster1.xml" Id="R15f96a4b15254f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d0e37666b4c88" /><Relationship Type="http://schemas.openxmlformats.org/officeDocument/2006/relationships/notesMaster" Target="/ppt/notesMasters/notesMaster1.xml" Id="R06ed65d30df74a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95d06d08114992" /><Relationship Type="http://schemas.openxmlformats.org/officeDocument/2006/relationships/notesMaster" Target="/ppt/notesMasters/notesMaster1.xml" Id="R591809fb4f884e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0bbd188a6046f3" /><Relationship Type="http://schemas.openxmlformats.org/officeDocument/2006/relationships/notesMaster" Target="/ppt/notesMasters/notesMaster1.xml" Id="R53a22e07398842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8822f52bfd4985" /><Relationship Type="http://schemas.openxmlformats.org/officeDocument/2006/relationships/notesMaster" Target="/ppt/notesMasters/notesMaster1.xml" Id="Re8ab38262ff24b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8f0897d2df4330" /><Relationship Type="http://schemas.openxmlformats.org/officeDocument/2006/relationships/notesMaster" Target="/ppt/notesMasters/notesMaster1.xml" Id="R920e3c71f95d4b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5ce29dabe44bd2" /><Relationship Type="http://schemas.openxmlformats.org/officeDocument/2006/relationships/notesMaster" Target="/ppt/notesMasters/notesMaster1.xml" Id="Rc77aa87a1c064c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8ed9034f5423f" /><Relationship Type="http://schemas.openxmlformats.org/officeDocument/2006/relationships/notesMaster" Target="/ppt/notesMasters/notesMaster1.xml" Id="Red7dde15940140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9bf09673744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01d712a15f4a0f" /><Relationship Type="http://schemas.openxmlformats.org/officeDocument/2006/relationships/slideLayout" Target="/ppt/slideLayouts/slideLayout1.xml" Id="Re7d8944a41e64e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d8944a41e64e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2f1a1215f4bd2" /><Relationship Type="http://schemas.openxmlformats.org/officeDocument/2006/relationships/image" Target="/ppt/media/image.png" Id="R877325862bab4d6d" /><Relationship Type="http://schemas.openxmlformats.org/officeDocument/2006/relationships/notesSlide" Target="/ppt/notesSlides/notesSlide1.xml" Id="R43f67765886d41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3c772d1af46d5" /><Relationship Type="http://schemas.openxmlformats.org/officeDocument/2006/relationships/image" Target="/ppt/media/image2.png" Id="Rd0228d62b5314453" /><Relationship Type="http://schemas.openxmlformats.org/officeDocument/2006/relationships/notesSlide" Target="/ppt/notesSlides/notesSlide2.xml" Id="R8329a643aecb4a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49ec26c014e66" /><Relationship Type="http://schemas.openxmlformats.org/officeDocument/2006/relationships/notesSlide" Target="/ppt/notesSlides/notesSlide3.xml" Id="R63f57dfffdff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df4d5610c4a26" /><Relationship Type="http://schemas.openxmlformats.org/officeDocument/2006/relationships/notesSlide" Target="/ppt/notesSlides/notesSlide4.xml" Id="Rd5611c86e5ec40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6df744b3b406d" /><Relationship Type="http://schemas.openxmlformats.org/officeDocument/2006/relationships/notesSlide" Target="/ppt/notesSlides/notesSlide5.xml" Id="Rfe898fe1eef042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bc2e30b894219" /><Relationship Type="http://schemas.openxmlformats.org/officeDocument/2006/relationships/notesSlide" Target="/ppt/notesSlides/notesSlide6.xml" Id="R3f8ec2d00f8241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c7ee341eb4a43" /><Relationship Type="http://schemas.openxmlformats.org/officeDocument/2006/relationships/notesSlide" Target="/ppt/notesSlides/notesSlide7.xml" Id="Rb4fcd8b0e62b4b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c259898f0408a" /><Relationship Type="http://schemas.openxmlformats.org/officeDocument/2006/relationships/notesSlide" Target="/ppt/notesSlides/notesSlide8.xml" Id="R88b3d00c178343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7911895224a99" /><Relationship Type="http://schemas.openxmlformats.org/officeDocument/2006/relationships/notesSlide" Target="/ppt/notesSlides/notesSlide9.xml" Id="Rf5ee0c47899646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24ebff5a84a87" /><Relationship Type="http://schemas.openxmlformats.org/officeDocument/2006/relationships/image" Target="/ppt/media/image3.png" Id="R9a17bb5c769d406b" /><Relationship Type="http://schemas.openxmlformats.org/officeDocument/2006/relationships/notesSlide" Target="/ppt/notesSlides/notesSlide10.xml" Id="R817d54d22dbf45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B7101-E7EC-48D6-9D8F-C523D8CE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9B76E-5185-4B9C-BB67-83BA94B7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E20E2-610C-4BFA-80FA-D6A979B8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B881C-7976-43C1-BEBD-C2B990E9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FA89A-E09C-47F0-80E5-8817A98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325862bab4d6d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3B7B2-0806-4770-81AE-51356CF8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73C91-7314-46E8-BDE4-638A1258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Fintech &amp; Mobile Money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E2BC5-82CC-4E50-B7DF-41EA1CAB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Accélérer l’assistance client, la conformité et le pilotage produit dans des environnements très transactionnels.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B0791-3E61-45C5-B9F1-CFC0537B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fintechs, acteurs mobile money et plateformes de paiement qui veulent transformer l’IA en meilleure réactivité, contrôle renforcé et meilleure lecture des flux clients.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E653E-D148-4AAE-A296-2FF63FFB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90B78-405E-4D68-9B23-78BB9666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2AB46-1CDF-4758-A075-78C915EE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72155-E662-4088-A062-8DFD358A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45D03-B324-4C7F-8272-E81F1B4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74E5F-705D-4177-BE3E-0846909C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0343C-60EF-41BC-82E7-3A4F7FE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89192-CDB4-4B69-BCBD-975B1B8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Banque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664C7-9E18-4A1B-BFB8-DC556AFE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05EC8-5CF3-4A9F-8FD2-3BCC09BB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E-commerce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1D313-5354-4789-954E-822FD4D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202A2-9321-4D12-BC99-19A1648B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7C023-7981-4620-8AB8-8A9B6CF8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95C1D-BA98-4705-91F4-300818CB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F5642-994D-47E3-8026-906481B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2F4F7-D355-4D62-B475-D6F3DDFF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EEE10-B21C-4441-9EAE-390F364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B0FEE-2A67-4D80-BF59-FD7D85DC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27986-C278-4403-B2CD-9D12C9F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23C53-CA0C-4D28-A4D0-3398622E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72713-85E9-44A3-8110-691050F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4C5265-A8F6-4DF1-8D36-1D24A33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6805BF-E7FA-4B24-844D-AA469DC1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236113-B107-493F-9A6F-F9ABDC0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3DD8C2-37D3-4C27-BB5F-6EBB47E9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ACE90-9076-4C44-A418-7D66DCB7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CEDDAB-0363-456C-A3EB-6344B5AF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C743F1-7178-4BEC-9FC2-61FA848C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A950AC-43B4-4FEE-8379-517FD242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DBABBD-7957-4887-BD48-0BC5C4B6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EBD1FA-55C5-4ADA-80B9-C452A96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Deck sectoriel premium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CD67DE-62CF-4DD4-8F5D-76A72FC8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296163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91DB7B-2402-4686-9CF8-46D3818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3C6AD-5D67-41F5-A7E0-2FC9551C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A9530-009E-4076-B64A-181A36E0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fintech &amp; mobile money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EB8BE-BA95-4C37-80BD-EE6B861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Dans cet univers, la valeur de l’IA repose sur la qualité de réponse, la vitesse de lecture des incidents, la conformité et la capacité à mieux commenter les données d’usage.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140CC-872B-44CE-AD8B-F76662AB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28d62b5314453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47CE8-350C-4B91-8EDF-8C7B945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2E99D-7B8E-4254-9D2C-A195B600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225E8-8E4F-4F22-AEC9-374CCB7F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B73D8-89C8-4CFC-9964-D6157D9E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FAAEF-02C3-42AF-ACC7-643DD368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3264F-A8EB-4BC8-8ED0-34EEC7A9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D1962-2823-4AA4-906A-58DDE52E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DBF24-074E-4161-B7EA-076FF33E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887C3-0233-418D-B135-8FACA124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E33A4-32A6-4372-AA8C-6797A573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Banque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3D992-A15C-41BC-8A1B-6A29744D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3B344-DF9D-4A70-BB36-3BC679BB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E-commerce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40E51-3D3A-4DEE-922C-5145AB38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4E596-E59A-4101-B359-2920B830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D63D3-7369-4C4F-97E2-83A36764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0940E-05A8-4616-96D7-DA1805A7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55FFD-E8ED-4995-90B9-66A37742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Positionnement et preuve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33E5B-5382-4DF6-A7F5-5551EFB2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50134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9289B-CC74-46D5-B79B-B62130DD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ACF7D-427A-426E-B140-0E0D5045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BA834-9CA6-4917-A5F7-8B3AFA0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C8588-6CFF-4F5F-9CD0-32F4EC0F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7B224-1365-4AC6-8314-F85A845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20020-B492-44E5-8937-0F6812E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98031-AE34-4A76-9EFB-7CD31998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Support client sous 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404DF-46B3-469A-8FDA-45E77746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81E09-3175-448A-828B-E5F82FC1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récurrentes sur comptes, paiements et incidents s’accumulent vite.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7E0DE-8AC4-4254-AAFB-28F1EE5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662EC-1352-4AF5-BE68-C9B51B0B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un premier niveau de réponse plus rapide et plus cohérent.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8D1E4-0491-46DC-B3FD-1B6682DD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57CD9-6306-47F3-B449-1E8D1682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0EA88-F6AF-426A-8BC7-B6A22DE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Conformité et vigilance exigeantes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6DF95-7A74-4334-9DCC-0C71EAB5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BA131-1434-4984-8B33-4AD7C6E1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revues liées aux risques, anomalies et pièces consomment du temps.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493B3-12F9-4A0C-8D41-EABB8AF9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60729-8398-42DD-8E03-F4ABD097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points critiques ressortent plus tôt pour contrôle humain et action ciblée.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17150-D77E-4400-B6BD-CD24DBF6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01035-10AA-4ECC-843E-B9A21368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D1D20-1DB9-4C83-B51E-F71F77D9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Données nombreuses mais peu commentées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BA720-9830-4209-B656-AF2CC6D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D105A-F68A-4B71-B49A-B22B5A26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flux transactionnels existent mais restent difficiles à raconter aux managers.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7D11C9-CB20-4B4E-BA2B-6BD10598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E6207-9F50-48E1-BB5F-0645D6B9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KPI produit et service gagnent en commentaire et en lisibilité.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A0F36-C17B-44AD-B211-7B09DBD2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333267-C4A7-4D11-BE4A-A3B1D90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A6125-0016-4B14-B24C-0DE21CD7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produit / opérations / support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84401-AE03-4BA7-9D08-DF3AB0F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CCA11E-17C2-49EF-866E-C37044AE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avancent parfois avec des signaux partiels et tardifs.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BF2BDA-34A6-4B37-8903-2FF9889B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63830D-2C50-4014-9FB3-F6B3ABCA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améliorent l’alignement entre support, conformité et management.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7D026B-873D-4B22-8E5E-AC9D6F77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B4B48E-B2AC-466E-A41B-17C30B3D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417B93-01B7-4882-A38B-77A3C7B0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857DA4-039D-415E-A0FE-312F3B94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A934FD-BB5D-4EB4-9E91-460F7421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49EF38-2601-4288-B88A-6DD8AD0E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70836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6A5B22-6A0B-4431-85C1-E049185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C68A4-EC5B-488E-A8B3-D47182FF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B3DF2-F811-4958-84D7-0E56E2B4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B8516-2F92-42CC-BE6D-5D21A57E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CA678-1F9C-49BF-979D-399568E3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85A17-6785-47A6-B07B-0FD2C7F9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Temps de réponse réduit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D958B-4E27-493E-9709-E2D4FCD4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demandes simples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3E408-9E90-4157-B414-F5C4825D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support, guidance, suivi d’incident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C6F6A-ED38-44B8-AD75-9EFF8D22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17F01-CA5A-4245-9D50-4DDC0E11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Vigilance renforcée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3112F-8A59-4B47-8432-63343C67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anomalies et conformité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6C91C-9723-47E0-92FD-22A6B002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détection et revue plus rapides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EAA86-D93B-4760-9B15-E27EC630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39ED-10E6-460C-9B05-ECF9D788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KPI plus lisibles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DF027-04E9-4432-8CFB-D338EB41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managers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58630-31DF-495E-BDDC-43F10EB6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usage, incidents, qualité de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DBA92-E628-44BD-859C-D3D8E8D2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2AC0D-90A8-4680-AABC-47892F3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Équipes mieux alignées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E6B5B-F46D-4DF4-976D-D674DCAE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priorités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55289-BDA0-4115-B189-58E4A77F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produit, support, opérations, conformité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4B155-B698-4F8E-B800-ACA6E15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99E6E-3FC0-4065-A4B3-CD2EA58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5E43F-C25D-4BA9-BB95-A458C51E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122324-CF38-4CDE-8BC8-D09AE326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3E9A7-E8A6-4194-B379-CD63AD04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2D39E-FC98-48B0-9CDD-546DE41D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21085-B077-40CA-816A-1917D902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18969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A20B7-6A73-4F1B-8F09-1A8484E1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46A71-67D3-41F4-84BF-17D14C64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A0251-2096-4F9C-957E-B9655A1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49DCC-E1DF-4060-85B8-05C976F3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EF4A4-22E1-4612-8142-FE4FAF2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4B8C9-2AE3-4899-B1CC-2B15112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FAB55-FA97-4033-9382-B335982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support mobile money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69321-9445-4C98-8145-6376CF0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1019D-786F-4CAA-8350-3EC99C9E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agents répondent souvent aux mêmes questions dans l’urgence.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AE9CB-7F8E-4B5A-85D5-CDD8C107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4A8D7-2351-4582-8F07-92E7092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réponses sont guidées plus vite avec une meilleure cohérence.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28EBB-1BD6-4AD3-A206-97A2CAFF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1216E-E98F-40B9-867D-EE6EE7B5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taux de résolution premier niveau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7A36B-CB88-4DF3-B658-5AFA8C7C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B431F-0852-4B7D-96E6-B12CF647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7DA2B-18DC-4421-B564-350C4FFF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d’anomalies et contrôle renforcé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0F40D-9F05-4ADE-89F5-93ED1859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B085E-F000-4BE0-9218-BFC16080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d’exception demandent trop de temps de tri et de lecture.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AE362-70AC-4CED-B9D6-72B67DF3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8AD22-7518-4283-B07B-5D050E82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revues se concentrent plus tôt sur les cas à traiter en priorité.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2B26E-C316-46CE-9AFE-686B7E42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ADA69-FBA4-4D52-9897-D4C03F90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revue ; volume d’anomalies qualifiées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2ECDA-3BF2-4571-BC4C-C8EAB1F9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20E96-5F77-46D3-A265-A2EA6530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A8BD2-EBC6-4457-ACE3-FDF7EC4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 des KPI d’usage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5ED00-D95E-4AB3-8003-2BDF6154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63A1F-500A-4E6D-8774-1E57C2F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de bord restent trop bruts pour soutenir les arbitrages.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85775F-31E9-4452-97CC-3F249655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59707-315F-4BAF-9DCA-E16AFD32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managers gagnent des synthèses plus pédagogiques et plus rapides.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796FC-6A4B-447F-A79C-FC8059D1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E975C-5B3D-4FD4-9E33-0AFD331A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; délai de décision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EB361B-0CD5-4226-ACA1-84EF4BC8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3D4022-41DE-4F0A-BEFB-0BD8BEB0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732AEC-DE5D-43F9-B6D9-415D5EC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Voix du client et irritants produit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AC1147-B457-482A-81CA-D60813F2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1FC6F2-442E-4007-A6B0-092C323A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retours utilisateur sont nombreux mais difficiles à consolider.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64B0B8-55FA-467E-832C-3CE66C0D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853138-70F7-419A-A557-BE01694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prioritaires ressortent plus vite pour corriger parcours et messages.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758A94-B84D-4C62-9470-AF8F165B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FA8D96-CD06-4CF5-A590-D055A900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d’analyse ; délai de correction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EFC9AD-EA3A-4113-8F06-D0A36530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95B241-2563-4773-A9A7-3CC4BF91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C9761C-0C43-4584-94A2-BD89742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52822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A09F2-FFF0-4846-B1A4-4225D74C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C6C16-E8D7-4846-8B14-74FD7DF6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AFADB-BAE2-4733-8A65-23425C07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2C7F4-9674-4E2A-9682-08B927D8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A81FE-B4B3-45B5-A20F-A90423F7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C85B4-C96E-4CDD-BF88-A2C9F799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B3669-6D6D-49CF-903C-D20AB91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support mobile money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9798C-51B5-4754-A7FD-6F58E943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643A9-A634-44AB-808F-DA32FD7D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agents répondent souvent aux mêmes questions dans l’urgence.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E4B42-0DAE-4E89-B387-CF2F49EA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DF219-C44E-48B9-A204-003AF4DE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réponses sont guidées plus vite avec une meilleure cohérence.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314AB-672E-4EAD-89B2-A71477C9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37641-A592-42BD-A668-B294B376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moyen de réponse ; taux de résolution premier niveau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1A131-4A96-4CA3-BAD2-2198C9BC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EB6C1-3DEC-4B04-AB99-E0EC9261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1320A-DE3E-4704-885F-80B5C880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d’anomalies et contrôle renforcé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5DEDE-264C-40D9-8AD7-87A8DFB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C5BE3-564B-421E-91A4-A4E2704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d’exception demandent trop de temps de tri et de lecture.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C5CC7-7CCE-4610-9901-B54FB1B9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68173-F607-482C-9AF1-2AF9EBE5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revues se concentrent plus tôt sur les cas à traiter en priorité.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AC33D-F2E7-4568-9DE4-708629A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1E4B6-5326-42E7-B637-BA6DCC0E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revue ; volume d’anomalies qualifiées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C8161-6680-481D-90D1-C1EB0549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D82A1-A8F1-41C8-93A8-79B362FC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BFF08-94DF-4203-8A6F-9F233048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E5492-6D15-4913-A6A8-20EE02B9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48D33-A40A-4E91-91B2-A62FBEA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00466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E3F0B4-B75F-4360-9355-EF9AB0A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958FB-2A71-43E6-A992-035CF3E8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81DEB-D9B2-4B35-891E-A40DB3AE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B6935-7E9E-4FE0-9461-5A8D2506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A71F5-AF84-4B54-A09E-D26ACE51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A5647-B81E-4F44-A089-80A55D2F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C4056-213A-4C53-8283-E522B815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ADD11-7769-4B60-A040-0D41DA44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C17B8-8C1D-4C28-B0AB-609E32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87F1D-A410-41CC-B568-7E9E7E28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Conformité Anti-Blanchiment et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EF535-07AE-4B44-B144-DB1B47C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F65CE-1848-496D-BB3A-8B5EB29A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1AE3F-C8EF-4BBA-B9B7-F661CE89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9BC32-4B38-4961-BEF9-D109CBB4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Chatbots Intelligents pour le Service 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AE4FC-5B90-4E2A-BCF9-B1969124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B8D0A-3290-4209-8BD5-882420D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01666-843C-4A9A-BD6E-38EE70A1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018BF-1A37-4FE8-9BFE-297CD4BF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SQL et Bases de Données pour l'Analyse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5FC7C-BEAE-43F3-B8C4-BA1D52BD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CB8F1-7168-49C5-8B6C-AAB9950D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723C1-3277-4E82-AA75-5BD5E55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41405-D0EB-40F2-BBC2-AFF3B2A0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Mesurer la Satisfaction Client avec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21202-A02F-4134-A7AE-4A1C5634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8E051-361A-459B-B8C7-4527DD3B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44B16-6093-4C96-A7BD-C72E4C7F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93933-88BE-47D5-9516-8906B83F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Prévisions Budgétaires Assistées par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95204-E658-4E7D-8243-09BB3215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1EB12-C859-4251-B691-FC8A5CCA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DF872C-A295-4E22-8817-1C07472B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59570B-1FC6-4DAA-B0FA-68D8BB9F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Gouvernance des Données et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CF2B2-4714-4F97-BDCD-9B939911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262827-8314-456E-9BBF-C53342E3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A3A2FE-06E7-4ABA-99D8-30BE7105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Fluidifier l’assistance client dans les flux à fort volume.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Renforcer les routines de conformité et de vigilance documentaire.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KPI produit et service plus actionnables pour la direction.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relier support, produit, opérations et conformité.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A5CB42-CE72-4FE1-B8D4-101D6525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EAD81-06C2-48E0-AD14-7347C020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C09B59-0C4F-40BE-A00A-432BCE4D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35FF34-0E7F-486E-A0A7-631B6B2F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860E1F-FFD0-4194-BC4D-89F182DA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87897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BF70C-E490-4C70-A25F-489EFAF6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C073F-4B72-4B54-A9F3-09665CB0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7AF31-54D1-430D-81E2-DE7E5A2C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6A431-00BA-457A-9DA6-F42F2A73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8EC36-BAA4-43A0-A526-A507A2F8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3B3C8-4171-4CC1-A8D4-0AC16628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06477-C6DC-4C01-9997-52E015EA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96214-7913-4E9E-A265-A17789C6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4A9E0-B265-4651-A26C-22CC9D30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FD62E-71AC-406E-858B-64FDC00E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49495-7D8A-43EE-933E-071C728E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C539F-2487-43DB-BC98-AAF2D175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35676-800B-4AFC-9B44-06F41BE1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A725E-5F75-4792-A811-CC34DC61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7CCAF-29BB-4036-85DC-D9B58427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5B2D7-4DA2-4971-BC05-971D7F3F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80791-11A1-4038-AC41-AE95E10D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C4C1D-DA2F-4087-A7CB-484D2A5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99E2D-143C-45B9-8D11-29867DD7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F9D01-E951-4D78-B899-8F852E2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6BC92-712F-4FDD-9F54-0A572F33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62A34-5A03-4FF3-BCB8-C574518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3C6DB-820B-43A6-8D12-01B9CE49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44530-5291-42F3-B033-CBA94B98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CA8368-284A-4A0D-80E8-19D9EFC1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77A4B6-C21B-426E-B03D-1895E43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60251-61A1-4711-9DC7-48A8574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009FC0-CD82-4FC1-B750-977BD17D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82C7D6-FFB4-45C3-AED5-A33A6A05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7954DD-9EFF-431C-81A6-8E357A93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974842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A1EBED-8FCC-4DA8-B985-98B30612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68FE5-3E5A-4A33-B064-96BD75A3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C5119-F05B-46EF-A66D-D658F5AB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fintech &amp; mobile money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849F2-22B7-4B0D-B6EB-7AEF4233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1ABA6-2EB9-4A56-B27E-78B067C9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C3FE3-E6EC-4886-90AE-95B55276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2E613-6499-40EC-9A51-06920222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86CC3-F381-48BD-8C19-8FC6083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Fintech &amp; Mobile Money.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57C8-0990-4B32-9F71-E49B4A6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A0F19-9F5F-4893-87AB-C92BFD5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FE34A-0C77-4844-BF5E-2BD365F2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61A56-D2BF-4EFE-9201-5481FD0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D014B-BCB7-4D9C-89C5-682375F7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D37C9-148D-4C96-A844-FF3E03A9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EA1D8-B816-49E2-A4D8-517A6D90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BA535-D1B7-4BF2-B082-2892086B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E427F-AE83-47C2-9826-1D469B56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13DF0-D0AD-4DF2-B55C-1433028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E81DF-F169-4A1A-8B45-6A720992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DF625-57DC-4432-8032-974B5727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A1DB8-E57C-4E81-8E98-39131CC0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586ED-2279-41C1-A772-29919F92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A981D-55E0-450C-BD94-D5BC5D46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A8FB61-C587-4184-B9EA-5D389F9A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75498-7EEC-4F98-AA31-FB898D7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BB9C9-C1A2-4C30-88F5-195EA483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DE307-4187-438B-B1D7-24CB1E1F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40964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95F0F0-5C8F-43D0-B2DC-8262F143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68FD5-88E5-40EB-9928-AACAD369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7bb5c769d406b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DFEC0-EDC6-4BB9-BA50-CF865A4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AFE23-5F7F-44CF-A0F6-14EEF8A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DF098-7167-430B-B0F0-3A1EFA73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13CCA-D562-4BB8-A45C-CCE63C15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5D47A-AAB7-41C6-8F1C-01433C88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DE0CE-F26C-4C2E-ADCD-5428DB53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liés au risque et à la conformité restent encadrés par validation humaine et règles d’accès strictes.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9BFE9-B063-4B8C-BD00-B61D752D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213DE-CAE6-46DE-A740-D517F0C9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D9C5B-E86C-439E-84E7-4328925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7294A-01CA-40A2-B39C-0A1121AE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96478-C734-4BEB-9979-0A02C752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A29C7-58A5-47E3-82DA-29A36F13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3F030-EC48-4E68-B17F-57863655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A3DE1-3BE6-414B-8307-B95855D8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90238-AA17-447C-9112-7FE34137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Mobile Money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1159C-3712-4AEC-AD58-F4CAFF0C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43C8C-5D16-4A66-8118-651D679F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Fintech / Banque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9A0FB-E628-4CEC-BAC9-A9FE579A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4CEF9-35B1-4D01-83FB-611650D6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E-commerce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4CE97-C06C-4ED9-B01C-19880EE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FB8D9-1AE6-4FB3-8960-A24331CE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Fintech &amp; Mobile Money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91925-C3F5-48AE-A100-ACE98CF6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4054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2026-06-13T00:08:56.7970000Z</dcterms:created>
  <dcterms:modified xsi:type="dcterms:W3CDTF">2026-06-13T00:08:56.7970000Z</dcterms:modified>
</coreProperties>
</file>