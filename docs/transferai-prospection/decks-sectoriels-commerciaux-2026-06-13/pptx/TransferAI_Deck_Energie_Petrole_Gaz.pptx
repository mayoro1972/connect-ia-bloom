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652b1f0b44184" /><Relationship Type="http://schemas.openxmlformats.org/officeDocument/2006/relationships/extended-properties" Target="/docProps/app.xml" Id="Re59d94896daa403a" /><Relationship Type="http://schemas.openxmlformats.org/officeDocument/2006/relationships/officeDocument" Target="/ppt/presentation.xml" Id="Rc18ebff28c3847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ae1dca78f4028"/>
  </p:sldMasterIdLst>
  <p:notesMasterIdLst>
    <p:notesMasterId xmlns:r="http://schemas.openxmlformats.org/officeDocument/2006/relationships" r:id="Ree937bda867e4127"/>
  </p:notesMasterIdLst>
  <p:sldIdLst>
    <p:sldId xmlns:r="http://schemas.openxmlformats.org/officeDocument/2006/relationships" id="256" r:id="R9420ab2f2f4844cd"/>
    <p:sldId xmlns:r="http://schemas.openxmlformats.org/officeDocument/2006/relationships" id="257" r:id="R5079dc840c9b4cbd"/>
    <p:sldId xmlns:r="http://schemas.openxmlformats.org/officeDocument/2006/relationships" id="258" r:id="Re1e590694a884f22"/>
    <p:sldId xmlns:r="http://schemas.openxmlformats.org/officeDocument/2006/relationships" id="259" r:id="R25257998801349d5"/>
    <p:sldId xmlns:r="http://schemas.openxmlformats.org/officeDocument/2006/relationships" id="260" r:id="R0694c1568ca6413c"/>
    <p:sldId xmlns:r="http://schemas.openxmlformats.org/officeDocument/2006/relationships" id="261" r:id="R1513dfa54ba04b1b"/>
    <p:sldId xmlns:r="http://schemas.openxmlformats.org/officeDocument/2006/relationships" id="262" r:id="R3814bd896a114d92"/>
    <p:sldId xmlns:r="http://schemas.openxmlformats.org/officeDocument/2006/relationships" id="263" r:id="Rf270c99e815043ff"/>
    <p:sldId xmlns:r="http://schemas.openxmlformats.org/officeDocument/2006/relationships" id="264" r:id="Rf1ebe034851a4720"/>
    <p:sldId xmlns:r="http://schemas.openxmlformats.org/officeDocument/2006/relationships" id="265" r:id="Rcbd55302b0294c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fb819a82a4ec3" /><Relationship Type="http://schemas.openxmlformats.org/officeDocument/2006/relationships/slideMaster" Target="/ppt/slideMasters/slideMaster1.xml" Id="Rd19ae1dca78f4028" /><Relationship Type="http://schemas.openxmlformats.org/officeDocument/2006/relationships/notesMaster" Target="/ppt/notesMasters/notesMaster1.xml" Id="Ree937bda867e4127" /><Relationship Type="http://schemas.openxmlformats.org/officeDocument/2006/relationships/presProps" Target="/ppt/presProps.xml" Id="R87b98aba7a0940ad" /><Relationship Type="http://schemas.openxmlformats.org/officeDocument/2006/relationships/viewProps" Target="/ppt/viewProps.xml" Id="R69e7e722e06b46c2" /><Relationship Type="http://schemas.openxmlformats.org/officeDocument/2006/relationships/tableStyles" Target="/ppt/tableStyles.xml" Id="Rd384b8c482a24fa8" /><Relationship Type="http://schemas.openxmlformats.org/officeDocument/2006/relationships/slide" Target="/ppt/slides/slide1.xml" Id="R9420ab2f2f4844cd" /><Relationship Type="http://schemas.openxmlformats.org/officeDocument/2006/relationships/slide" Target="/ppt/slides/slide2.xml" Id="R5079dc840c9b4cbd" /><Relationship Type="http://schemas.openxmlformats.org/officeDocument/2006/relationships/slide" Target="/ppt/slides/slide3.xml" Id="Re1e590694a884f22" /><Relationship Type="http://schemas.openxmlformats.org/officeDocument/2006/relationships/slide" Target="/ppt/slides/slide4.xml" Id="R25257998801349d5" /><Relationship Type="http://schemas.openxmlformats.org/officeDocument/2006/relationships/slide" Target="/ppt/slides/slide5.xml" Id="R0694c1568ca6413c" /><Relationship Type="http://schemas.openxmlformats.org/officeDocument/2006/relationships/slide" Target="/ppt/slides/slide6.xml" Id="R1513dfa54ba04b1b" /><Relationship Type="http://schemas.openxmlformats.org/officeDocument/2006/relationships/slide" Target="/ppt/slides/slide7.xml" Id="R3814bd896a114d92" /><Relationship Type="http://schemas.openxmlformats.org/officeDocument/2006/relationships/slide" Target="/ppt/slides/slide8.xml" Id="Rf270c99e815043ff" /><Relationship Type="http://schemas.openxmlformats.org/officeDocument/2006/relationships/slide" Target="/ppt/slides/slide9.xml" Id="Rf1ebe034851a4720" /><Relationship Type="http://schemas.openxmlformats.org/officeDocument/2006/relationships/slide" Target="/ppt/slides/slide10.xml" Id="Rcbd55302b0294c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9b36aac133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9519b34bfd4b4c" /><Relationship Type="http://schemas.openxmlformats.org/officeDocument/2006/relationships/notesMaster" Target="/ppt/notesMasters/notesMaster1.xml" Id="R893ea2b15f9b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a31cec55be4b7b" /><Relationship Type="http://schemas.openxmlformats.org/officeDocument/2006/relationships/notesMaster" Target="/ppt/notesMasters/notesMaster1.xml" Id="Rf0020626bb0745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1d24c146c7490b" /><Relationship Type="http://schemas.openxmlformats.org/officeDocument/2006/relationships/notesMaster" Target="/ppt/notesMasters/notesMaster1.xml" Id="Rea5d5c6ebf3a49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bb442f8b94186" /><Relationship Type="http://schemas.openxmlformats.org/officeDocument/2006/relationships/notesMaster" Target="/ppt/notesMasters/notesMaster1.xml" Id="R895901f35d6445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153155747a4c7b" /><Relationship Type="http://schemas.openxmlformats.org/officeDocument/2006/relationships/notesMaster" Target="/ppt/notesMasters/notesMaster1.xml" Id="R632f8773b309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b3245f72e448f" /><Relationship Type="http://schemas.openxmlformats.org/officeDocument/2006/relationships/notesMaster" Target="/ppt/notesMasters/notesMaster1.xml" Id="R2c98c2f0486c4e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9de9c07d3042af" /><Relationship Type="http://schemas.openxmlformats.org/officeDocument/2006/relationships/notesMaster" Target="/ppt/notesMasters/notesMaster1.xml" Id="Rff6e2dbb1f16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ac258b83b04e89" /><Relationship Type="http://schemas.openxmlformats.org/officeDocument/2006/relationships/notesMaster" Target="/ppt/notesMasters/notesMaster1.xml" Id="Ra2cf5935897b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956d009ff24e06" /><Relationship Type="http://schemas.openxmlformats.org/officeDocument/2006/relationships/notesMaster" Target="/ppt/notesMasters/notesMaster1.xml" Id="Rb68bbea704784d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c809318a454744" /><Relationship Type="http://schemas.openxmlformats.org/officeDocument/2006/relationships/notesMaster" Target="/ppt/notesMasters/notesMaster1.xml" Id="Re491876bcf04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535a284b14c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4a6a3c2e034c87" /><Relationship Type="http://schemas.openxmlformats.org/officeDocument/2006/relationships/slideLayout" Target="/ppt/slideLayouts/slideLayout1.xml" Id="R9786778f382e43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6778f382e43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757c56fe74983" /><Relationship Type="http://schemas.openxmlformats.org/officeDocument/2006/relationships/image" Target="/ppt/media/image.png" Id="Ra2fa128227d541d1" /><Relationship Type="http://schemas.openxmlformats.org/officeDocument/2006/relationships/notesSlide" Target="/ppt/notesSlides/notesSlide1.xml" Id="R10a01273fe7d4e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217910854a41" /><Relationship Type="http://schemas.openxmlformats.org/officeDocument/2006/relationships/image" Target="/ppt/media/image2.png" Id="R21eef325b1dc4c16" /><Relationship Type="http://schemas.openxmlformats.org/officeDocument/2006/relationships/notesSlide" Target="/ppt/notesSlides/notesSlide2.xml" Id="R7a533365695744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4be9fbc264d5b" /><Relationship Type="http://schemas.openxmlformats.org/officeDocument/2006/relationships/notesSlide" Target="/ppt/notesSlides/notesSlide3.xml" Id="Rb35d9ae9810a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cdab1d9f143a5" /><Relationship Type="http://schemas.openxmlformats.org/officeDocument/2006/relationships/notesSlide" Target="/ppt/notesSlides/notesSlide4.xml" Id="R91fa8c784a59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50677d0a54a80" /><Relationship Type="http://schemas.openxmlformats.org/officeDocument/2006/relationships/notesSlide" Target="/ppt/notesSlides/notesSlide5.xml" Id="Rca1e7868b98a46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3002b3afa4bfc" /><Relationship Type="http://schemas.openxmlformats.org/officeDocument/2006/relationships/notesSlide" Target="/ppt/notesSlides/notesSlide6.xml" Id="Rde7f11273c6745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62cd5474a4539" /><Relationship Type="http://schemas.openxmlformats.org/officeDocument/2006/relationships/notesSlide" Target="/ppt/notesSlides/notesSlide7.xml" Id="R512e945b0f114f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3b72c42484486" /><Relationship Type="http://schemas.openxmlformats.org/officeDocument/2006/relationships/notesSlide" Target="/ppt/notesSlides/notesSlide8.xml" Id="Reda8da3f786d4f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ebd534d9841fb" /><Relationship Type="http://schemas.openxmlformats.org/officeDocument/2006/relationships/notesSlide" Target="/ppt/notesSlides/notesSlide9.xml" Id="Rfe99c79b34a14e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2d3ea9a9f403c" /><Relationship Type="http://schemas.openxmlformats.org/officeDocument/2006/relationships/image" Target="/ppt/media/image3.png" Id="R78eeda0c01254f02" /><Relationship Type="http://schemas.openxmlformats.org/officeDocument/2006/relationships/notesSlide" Target="/ppt/notesSlides/notesSlide10.xml" Id="R208f72b9f79340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94E95A-C410-4B40-82F3-BFD9F4B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32560-7559-4A9A-A173-A29833B7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6955B-9FF5-4CFB-94FC-E59E929F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CAF53-6A08-4E4B-9EB0-B386AEE8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DF147-C502-41C2-AE7A-2B69A5D9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a128227d541d1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9496A-0F4A-4D59-A876-FD69F2F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6E38B-3DCA-446C-9148-272D4F1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Énergie, Pétrole &amp; Gaz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ED464-CCEB-40C8-95A9-BE35248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Mieux piloter les comptes, les opérations, la maintenance et la qualité de service dans des environnements sensibles.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8B083-BE5A-4E70-A41F-69E8F88B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acteurs du pétrole, du gaz et des réseaux associés qui veulent transformer l’IA en coordination, rigueur documentaire et meilleure lecture des incidents et KPI.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77BCD-4723-46D7-9481-7828AA7C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706D4-7AA1-4820-BDD4-E9AAF71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E51F9-C7D9-4FA0-BB4C-26607421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C7C16-6519-42FE-857C-1C57BFB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5357B-67CD-4303-9A3D-4A23D05A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45454-6865-47B1-8EB3-C0E26BA0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1D56D-E9DB-4334-9802-C4EA220C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D8269-F293-425E-BD7A-17670896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Mines / 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BABF7-6FBB-4621-8902-CC52306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699DE-DE0D-4B7E-8E1A-DE8122FA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Raffinage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721C4-4EFE-4243-A6F3-5907288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21C46-5E70-44AA-9239-87FA9D35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3CC6D-2215-4B99-813D-D03A790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4CCBD-3F68-47EC-8F8A-F5D34AF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6C72D-3E06-4D06-8FE1-8E6CFE2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E157D-F778-45CD-9BCE-5FE4C543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BD937-04B7-419A-AC9E-70110BD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B49213-6ADF-4998-AD47-072F1FA2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ED62F-D71A-44B9-B1C8-F080456A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7A037-0154-4F81-84DC-59B2C047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C252CD-9210-4DAA-803D-6A803E00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1C9E7-B659-4B3B-A0D4-F395E1B3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14023F-40E8-4E0E-BB05-0766C8BD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F6BBD-50AC-43AD-B2DC-8560553C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7617B3-DBC7-4002-94A4-AAF09D7D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04BD4C-7F98-4F6C-B7B1-67AD78D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8B0CDA-FC5A-40F1-BC04-A8CD232D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4F016-0B7F-48CF-85A4-A438EAF7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913CB-627D-4A0A-B1AF-C2E2C0F4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79C2FC-CE55-46BC-ACB5-A72EA4B3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CF6B0E-3F73-4061-8D66-6F250ACC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Deck sectoriel premium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054847-03BC-46BB-A57E-D4C5D46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49029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BC48B1-220D-45A6-B1AD-A290641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42AA9-51A4-46CB-BD61-1610502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1EA64-4EC2-42D5-B050-85AE5BCD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énergie, pétrole &amp; gaz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582B8-4FBF-4D52-9C94-6B4B37C9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bon angle n’est pas l’effet gadget. Il est dans la lecture plus rapide des flux critiques, la préparation des arbitrages et la discipline de gouvernance autour d’environnements sensibles.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AFBD0-0B66-444A-917F-741C06B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ef325b1dc4c16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5D2E1-B775-48E2-A01D-C37F2D3F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1B005-01D0-4C30-9BE3-9833C84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2291A-D175-4C13-AA58-B560F80B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B24C0-0804-421A-A3AA-E2A18F16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0060C-B59B-43BD-8F78-BAFB3C94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3EF38-BEAD-4767-BEEE-1EFC3357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4A770-BD3C-4BA0-A211-BE9748C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48DCF-FDA8-4F94-A53A-E90B385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A3F78-D02B-4AAE-9CEF-3C665D3B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FD3BD-DCD2-4E20-AF0F-5BD6D278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Mines / 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94B3E-9063-4CAA-8F73-C39D8E1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85FC9-7DB1-439A-BC5A-56E940F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Raffinage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5129D-85DC-4626-9D42-0FF8A1EF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D6ECD-24C2-4E8D-BE26-B4052EF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8710B-572D-4784-9468-1AE1619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33950"/>
            <a:ext cx="421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70AE1-657F-4A4E-B52E-FEE2C3EA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1814C-6814-4CE8-8C21-C51655F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Positionnement et preuve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E146F-1780-4CB8-9A89-0B21030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06803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2F2A5-6AB8-44B3-93B1-5802230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A2966-7568-4140-A044-A756764F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A7F74-3328-42E5-B18A-7402BA72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32076-0085-41B2-9BBF-C37E2836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FE8E1-99B4-44D4-BCB3-1B39F71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602AD-242B-4ABB-950B-2477163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355B1-1188-4E54-96FF-CFE6A580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Flux critiques dispersés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C54AE-8847-493E-9280-A8959476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3EB39-174A-47B0-9937-2E66DC98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Comptes, distribution, maintenance et incidents sont suivis dans des circuits séparés.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4D721-25EF-43D9-97D5-0FCE7F3E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61BB7-9846-40CA-84D9-7E136EC8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une lecture plus consolidée pour arbitrer plus tôt.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E5F8E-6F92-4955-B5BB-26521DEA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76C98-9313-481B-B5E6-0E6F5D3A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E8139-F7AE-4CD7-BB79-D391EC89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coûteuse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01959-88AD-48C8-B1E5-E35205E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6656B-F9FC-4743-9E8B-7F971A1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signaux faibles sont visibles trop tard ou peu commentés.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04F3B-327A-4FC6-B6D0-F51A3E46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E072C-9D03-4CE6-B2C3-838753CC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alertes et historiques sont mieux exploités pour orienter la réaction humaine.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87029-6653-4CF3-B1AC-6DFAF159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E30C5-BEB7-47E4-9602-F9A1B449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62E1E-0433-4B67-96F4-882372FA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et distribution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D932A-AA63-4B8C-AC33-A36B96B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A615F-FEED-444A-838E-63AA701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liées aux cartes, opérations ou incidents reçoivent des réponses inégales.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6426E-ED16-4077-A7B4-B53A212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DC2E7-AE31-4C54-98E9-70D9242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d’une information plus homogène et plus fraîche.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683E5-224E-4A18-AB12-92BB8AFF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53003-C8DF-41B3-AA94-5C16379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0529C-8D5A-424F-B9EC-55ED3C62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Cadre HSE lourd à maintenir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7C6AB-8951-4A16-9F73-F1FB06A8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52090-9373-4733-82C2-DF9F998A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production documentaire et les contrôles prennent du temps et se dispersent.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BAB529-C89A-4A1C-8214-55492566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6C423-76B7-4027-8A7D-B8F3A7A0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standards gagnent en traçabilité et en facilité de mise à jour.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60DA76-A545-4F6A-8845-B2E6403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BF4AA5-8258-4BD2-9B17-FF3895D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069347-D0D5-42DF-94DD-54E31F0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EA7B42-9DFD-4362-A794-BE35525F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827ADC-9CE1-42A4-BB56-60BAFC75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DCE72D-BD65-405C-87BA-0DBFD4B9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1270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E16DA-549C-4D0E-ADC3-6D9CE29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418EE-D9A0-4C3E-80CC-9884C713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B85E8-9A0B-40EC-88C2-7F779D94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25F6D-E06F-4D50-9234-D2A35B08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19CF7-5555-4D3A-A0ED-160A7BE1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1B373-0AF9-4684-9747-448608E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rapide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0C7A6-1002-4448-B457-5FE0CE5B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opérations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ACFFB-4503-4AD7-A9EB-83FEB28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portefeuille, incidents, maintenance,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0A2D2-2367-43FE-8F09-8AC6C28E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1A2AB-45DF-4197-9A19-D4D384A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Réactivité accrue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43660-33FC-4949-8BB0-D709116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anomalies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64D77-52FB-4980-AD56-4FB3C31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alertes, synthèses, priorisation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35E28-F81F-4FDA-9642-04356DA2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483BF-7D26-4B54-BBEA-240BA663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 plus homogène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BFDA2-C0E9-4C5E-9181-FF9BE0A3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dans les réseaux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DBC48-D605-462D-A442-6F2118D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scripts, information, réponses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267DE-BF51-42F9-883C-6C07E232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309E9-043A-49C6-937F-AC08219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Conformité mieux tenue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AEAB6-99E7-444E-9C17-32DC7AB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documents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5FF75-4083-4A40-AF15-DB807D1D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7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7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HSE, standards,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58C3D-9609-4C3F-99AF-7CC2D8DF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E1B1D-7CF4-4D75-83E6-526CB1E8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AA8E4-B11E-4C35-9DA3-AAE54427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36C63-D135-433B-884E-CE8FC2AB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CAF1C-03A4-4078-8FB3-E8A5626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4A1E6-29DE-464A-BE94-0F05F147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31D90-1F8F-48E6-A04A-CB9CCDC2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57600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17B628-EDF0-4D5C-A46A-F6C4C33E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3063-16CA-4D17-AE50-98F6A438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0DC9F-0B5E-45D9-91AE-9BC90C7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2ED7D-3495-4012-8D8A-58A08D7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568B0-8962-4C92-821C-A190A2FE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B5731-692E-4C19-94A7-91174001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303AE-1AB4-4510-81A7-47A03F29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des comptes et de la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3D0A0-9CE0-41F3-B214-1BDAFC18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7B22D-C144-41B5-B2F2-F830275C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éléments utiles au suivi restent éparpillés entre plusieurs acteurs.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9454E-CD7F-45B6-B000-366FB1BE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D45A-711F-4204-833C-DAF0799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synthèses plus rapides pour suivre relances et arbitrages.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26760-F9D1-4011-B031-67AF6B5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DD6BE-D8F2-47D9-8253-03D5179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comité ; délai de décision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1D72E-3402-4B5C-9E91-DF2BF73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2DB27-87AF-4A05-BEC7-228C92D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CFE03-88A6-4C2B-A0C2-4F54CE2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support prédictif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66E1F-3CD5-4877-8B82-180FD0A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98CC2-7A73-4E2B-BB96-45A95C31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incidents et historiques sont longs à consolider.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70903-6A13-4AC9-AD98-DF9B6611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151B9-7B20-4FDE-95D9-1CC3AC97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alertes et points d’attention deviennent plus lisibles avant action humaine.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E83C1-FECE-4497-B199-7ED48C6C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3781F-B187-44CA-ABD8-F8F6F791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détection ; temps de réaction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970FB-697B-41DA-BCE6-0CCFF9C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03D60-3783-412C-AAB0-1A4A8E20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14449-8813-4B59-81C5-4ACF6D5D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Service client et réseau de distribution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B2AE6-2DC2-45DD-BB93-2DEEA75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3FD12B-2043-4CAB-9CBE-805E550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demandes sont traitées avec des niveaux de clarté variables.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FFC44-AB5A-4159-BCA3-F5A27A3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0EB2D-70FD-4897-B776-7441341C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des réponses plus homogènes et mieux documentées.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DC7835-D465-4D8A-9E1B-72F645D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D8540E-5FD0-40A6-89B2-70FD8ADF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moyen de réponse ; taux de résolution premier niveau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470DB-E7F6-439F-B71C-89C7C747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12E01-D6EC-4430-B846-98FE89C4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58F29-25B4-42B7-A87B-5F47BB4F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Conformité HSE et standardisation documentaire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02A8FE-39DF-49D5-B860-20FD9732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452747-0DFC-499E-8C14-44936E1D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documentation critique est lourde à produire et à maintenir.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73942-CB3F-4820-BA73-87820CA0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32484-01A6-4099-B572-86B104A8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mettent à jour plus vite les supports et contrôles utiles.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C0E775-383D-4AAF-B48E-9076BDE6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F29162-CD04-4C05-87CA-0CC41277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documentaire ; couverture de contrôle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0DA691-24F6-4B63-BBB5-53A3A90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4B43A-F914-46B1-9922-8250A7F4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168546-45CE-4E44-8B03-29AD958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59052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46A32-26D6-4C0A-876A-47FB52F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61E5D-258A-428B-9CBC-D56C7FC4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5D444-88B5-48C0-97C5-DD78C471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ABDBA-C6FB-49FE-83C7-C4E5C3AB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24CC7-C9A7-42EA-8CC3-77F9F1FE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FE783-5EAC-4D06-99F1-448ECE70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1A9AB-B532-4FB3-B81B-4A064EFF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des comptes et de la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D3668-461C-46DB-A284-0676B8F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1F1BF-D6DA-461C-876D-AF3D3A85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éléments utiles au suivi restent éparpillés entre plusieurs acteurs.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3B5F9-B3D6-4975-BF52-38C6135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73292-0E9F-4307-9626-C26F3986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gagnent des synthèses plus rapides pour suivre relances et arbitrages.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1BEA0-D4D0-4421-85EF-92BBAE19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A7073-4145-4BB8-8D53-49367FA3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préparation comité ; délai de décision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DB8B7-DB9F-45C5-8639-C350301B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36412-27E8-4835-B598-99436C1D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9CC8C-C462-4F23-A5B9-86EE6496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Maintenance et support prédictif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B5E7B-31AC-4738-A857-ECFBFBBE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42F16-87EF-4549-85E8-0DB15EA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incidents et historiques sont longs à consolider.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5FAEC-DB29-411D-B251-5831051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983B5-1AD7-4AC7-A659-36B61AE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alertes et points d’attention deviennent plus lisibles avant action humaine.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E33A0-5E63-4BD2-948B-333D37B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92C23-6E98-420A-B496-D689E5BD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détection ; temps de réaction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C56E2-6BC5-41EA-BD09-EE3984E9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4FFE3-95F2-42A2-BA7A-809AFF7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C791D5-D9B3-45F5-891D-ACD03A08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C2806-7DB7-4F43-8465-29E95CC5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7349D-091D-4382-8736-E8D42A1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5998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C6ED5-BCE5-421E-891E-609E387D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5DBB1-2294-465E-AA02-863FE3FD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AA45D-2905-4665-B5F1-3A99F6C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EA480-9451-4090-9CBE-963B1426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CC35E-CCE4-40B5-984A-AB5A60B6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C4310-490A-4E21-8CE9-E613F6A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0689C-DFE2-4F4A-9681-2C9B0CBF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3F0CC-8792-4C32-A6D7-5B0E90EE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C5159-910D-4FEC-A80C-07A6B37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11402-D846-494A-8E11-9EB5278B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Support Prédictif et Maintenance Anticipée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40F3B-6E85-42DA-A8BE-241802C1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D5BCC-62D7-4444-A355-ED54FEEF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DA332-ECCE-4CFB-A78A-A1E86D4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E6175-3446-4A8A-8466-B147C34E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Reporting Financier Automatisé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B6575-8ACD-4839-AF02-99E56AD7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5A4718-E08D-40E8-9A8E-A2D9137A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5A0E2-4426-4E03-9A79-A63E5F2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B5EE7-364F-4E1A-8D4F-4DBFCD25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E0E38-4AB8-45C6-92A4-480F9D3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E3468-4B16-40A7-9E63-4547F224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43003-9424-4F07-909F-AA12805C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74496-2D36-4971-B936-1291E65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Conformité HSE et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6B962-33E4-4118-AA5D-22BAC49B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91FD4-C518-4E89-BC1D-32A5A823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19D80-7AFA-48D5-862D-B8E0BF2D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EE819-9767-4EB8-A564-12A1E8A9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 Flotte et Logistique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E2FA6-F01B-4A7D-86C2-B2CEBB76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A9EFC-B15C-42A7-8CB4-D60C908D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115D2-03DC-454F-87C2-53DC8A19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C6E11-8793-48A2-8083-AE8AD47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Data-Driven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F33FA-4C5B-40DC-93F0-6171B59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F9175-57C5-4AC0-8FC0-4284E185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B62C4D-7E14-41C6-9287-546B2333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Relier plus clairement opérations, maintenance et service.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de reporting et de synthèse des flux critiques.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Renforcer la gouvernance documentaire dans des environnements sensibles.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des KPI plus lisibles pour la direction et l’exploitation.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4A25B6-1B27-41E2-B2CE-B2FD5B1E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B89095-E7C7-4EA6-B066-DCE5C74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3C8C71-3065-440C-9393-2BCD974A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F958A-599B-42DE-BC24-4CC7D41B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AC135A-B12B-4AFD-A76B-24FD52F8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10855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BD94C-705C-4113-A0A2-C440761A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44759-6289-4D9A-908F-3503581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422EC-3A7A-4D42-9D5F-83F87FFC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7DB88-9D9F-4375-B71C-B67880B6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9CB08-49CC-428B-B5C6-7BB0FFF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755D0-4FEC-4A9B-9CA8-D3ECA0BF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2F258-C7B0-4290-80F8-36E44D1A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64BC4-99CC-4782-8C70-0EA5349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19D3D-D440-4FDB-BF11-3BB9780C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E4613-34D2-4AC5-BF9A-349FAC1F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53FF7-9801-45A7-B871-7078BCB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4AC10-BA84-4057-AEDA-F8183466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5643E-C8B5-44B3-8211-8169246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8C649-18BE-43A3-8311-4D04C62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C9573-12EC-4A9C-BB49-09FB4FB2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0F01B-40B2-49D7-952A-9E4B3F45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F3775-ADE2-41BB-9687-CCB1EFDB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24344-4DFA-4C42-950D-3F392BEA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A44E3-5BD4-4D27-B036-FD26820D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4F895-26B4-4BB4-990C-868A5D1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DE284-5ED2-410B-B586-4A145E48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36365-AD27-40DA-A271-D38A6C9E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EBA0A-0C31-4A92-88CB-33040C95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B9BCC-762E-4DA8-9ECA-0FF0EAA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45E2A-9E30-4324-B7EA-3F7B15F4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F0B78-6A18-44E3-9ED2-8DEF104C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F4B30-8AE8-4D0A-BDE1-617869E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4001C-1FA0-4FB2-B29B-46F305EA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2EC52-ABE9-4573-90DD-A32F366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8E5AF5-667F-4CCE-AD42-3A25175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21680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24659-9C8D-449B-AC00-2E5745B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73475-9D59-42A7-BD25-409160D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411F3-DC73-4AA7-B0AB-B3AA6F46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énergie, pétrole &amp; gaz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43D38-91B5-4D07-B2A4-867ADCC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986B1-608E-4B28-B271-DEBA3B78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BB2CF-F108-442F-9139-7DCCE212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0E550-E401-495E-9088-01855033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7C110-55C3-40AF-ABDB-137708A1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Énergie, Pétrole &amp; Gaz.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0A252-2B11-479B-815E-C2DAE84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05DF7-2970-4236-9475-38D34AEF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7C500-C46E-4D1F-A35E-AAE25B43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D9B4C-8322-47E6-AC7F-D57711BE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CD85B-2D43-455C-814E-976CB1FA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ED8D4-30F5-4304-8904-4B7F082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C8C4C-19EC-4C41-BCBC-C01CB84F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85888-1C53-4447-9132-586A422C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22CBB-5ACD-4E01-97EA-DDF5925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4020A-3B4E-4D66-95F8-4EDFE468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4F6E7-A9A3-4603-86DD-7955B9E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31B6AE-2356-4999-8B66-ACC71007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14B184-E955-49E8-9431-2967BF4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CE21D-9858-4377-8780-203A83F2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9A441-3C0C-4FDE-B13E-830D912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0DA37-17D5-4F3D-AEAE-9A40F508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D6FB8-58D6-42BD-8C31-FDE05566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0F651-6E51-4819-9566-657CC0D5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544B20-BDCE-4C86-B7B1-FAC6F2E0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69910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46B39-4683-4B57-8109-90AFC810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7B650-81E2-414C-959A-DF516B81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eda0c01254f02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B0D60-F50F-4254-A017-F36D49B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3AB4D-89FC-4713-9729-77BC4FA7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0AC70-97F5-4593-A8FF-4A34A15B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75B37-4D10-45E3-938C-D8A87FB9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C2529-B351-4946-95C8-90BFBCAD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359F4-8170-4898-BF28-4829D43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critiques restent pilotés avec validation humaine, règles d’accès strictes et progression par pilote.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68828-761D-4FE1-895B-0EC4CFC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0871C-75BD-4565-A93C-F9C8D23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231FD-BF5E-491B-AD07-F9C603F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C0D30-75E0-4087-B1D0-1A409A72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40088-7880-4C3F-9D6F-CD7FBBA7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44463-8303-4AEC-93BC-132FACA5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6B1B3-F968-43A8-A288-427D6A3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54866-3417-44DF-A5CE-8EF3A278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DBE88-50F7-4693-98BE-4D5BBD1F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Énergie / Pétrole &amp; Gaz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71E8E-E96D-405F-9CFB-52E63F36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5FA9E-A904-4FAE-9DEE-C002762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Mines / 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CC597-B9B9-416E-A184-6457A35B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1603D-E982-43A8-B6F8-87EC007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/ Raffinage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37D88-15DE-4277-9103-23D04F94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FB776-761A-4128-8F33-028FABC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Énergie, Pétrole &amp; Gaz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AC3DB-A6E9-4D91-8228-13B8209E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6380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2026-06-13T00:09:08.1700000Z</dcterms:created>
  <dcterms:modified xsi:type="dcterms:W3CDTF">2026-06-13T00:09:08.1700000Z</dcterms:modified>
</coreProperties>
</file>