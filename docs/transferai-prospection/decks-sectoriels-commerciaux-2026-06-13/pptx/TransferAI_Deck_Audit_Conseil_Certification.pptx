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cf17fa87e44d6" /><Relationship Type="http://schemas.openxmlformats.org/officeDocument/2006/relationships/extended-properties" Target="/docProps/app.xml" Id="R44b3b06ba58b47dd" /><Relationship Type="http://schemas.openxmlformats.org/officeDocument/2006/relationships/officeDocument" Target="/ppt/presentation.xml" Id="Re120737d25ba4e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22f2eaa7d46b8"/>
  </p:sldMasterIdLst>
  <p:notesMasterIdLst>
    <p:notesMasterId xmlns:r="http://schemas.openxmlformats.org/officeDocument/2006/relationships" r:id="Rb9fac05009f24b18"/>
  </p:notesMasterIdLst>
  <p:sldIdLst>
    <p:sldId xmlns:r="http://schemas.openxmlformats.org/officeDocument/2006/relationships" id="256" r:id="R82c293cb1a574ef0"/>
    <p:sldId xmlns:r="http://schemas.openxmlformats.org/officeDocument/2006/relationships" id="257" r:id="Rceb5a63e0dfd4a59"/>
    <p:sldId xmlns:r="http://schemas.openxmlformats.org/officeDocument/2006/relationships" id="258" r:id="R6b0ec49979ef4f73"/>
    <p:sldId xmlns:r="http://schemas.openxmlformats.org/officeDocument/2006/relationships" id="259" r:id="R0f3fee7086ae40e6"/>
    <p:sldId xmlns:r="http://schemas.openxmlformats.org/officeDocument/2006/relationships" id="260" r:id="R867f0f1fd5aa4110"/>
    <p:sldId xmlns:r="http://schemas.openxmlformats.org/officeDocument/2006/relationships" id="261" r:id="R0fc16109c01a4e08"/>
    <p:sldId xmlns:r="http://schemas.openxmlformats.org/officeDocument/2006/relationships" id="262" r:id="R0575a12071b840a0"/>
    <p:sldId xmlns:r="http://schemas.openxmlformats.org/officeDocument/2006/relationships" id="263" r:id="Rc52b234404cc451b"/>
    <p:sldId xmlns:r="http://schemas.openxmlformats.org/officeDocument/2006/relationships" id="264" r:id="R3aac2f4871b945eb"/>
    <p:sldId xmlns:r="http://schemas.openxmlformats.org/officeDocument/2006/relationships" id="265" r:id="Rcc9fa98ef0ca42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2dddd7a4247ed" /><Relationship Type="http://schemas.openxmlformats.org/officeDocument/2006/relationships/slideMaster" Target="/ppt/slideMasters/slideMaster1.xml" Id="R71922f2eaa7d46b8" /><Relationship Type="http://schemas.openxmlformats.org/officeDocument/2006/relationships/notesMaster" Target="/ppt/notesMasters/notesMaster1.xml" Id="Rb9fac05009f24b18" /><Relationship Type="http://schemas.openxmlformats.org/officeDocument/2006/relationships/presProps" Target="/ppt/presProps.xml" Id="Rb829394f1caf4198" /><Relationship Type="http://schemas.openxmlformats.org/officeDocument/2006/relationships/viewProps" Target="/ppt/viewProps.xml" Id="R6aeb7bc5444640fc" /><Relationship Type="http://schemas.openxmlformats.org/officeDocument/2006/relationships/tableStyles" Target="/ppt/tableStyles.xml" Id="Rf7ea0495b5224efd" /><Relationship Type="http://schemas.openxmlformats.org/officeDocument/2006/relationships/slide" Target="/ppt/slides/slide1.xml" Id="R82c293cb1a574ef0" /><Relationship Type="http://schemas.openxmlformats.org/officeDocument/2006/relationships/slide" Target="/ppt/slides/slide2.xml" Id="Rceb5a63e0dfd4a59" /><Relationship Type="http://schemas.openxmlformats.org/officeDocument/2006/relationships/slide" Target="/ppt/slides/slide3.xml" Id="R6b0ec49979ef4f73" /><Relationship Type="http://schemas.openxmlformats.org/officeDocument/2006/relationships/slide" Target="/ppt/slides/slide4.xml" Id="R0f3fee7086ae40e6" /><Relationship Type="http://schemas.openxmlformats.org/officeDocument/2006/relationships/slide" Target="/ppt/slides/slide5.xml" Id="R867f0f1fd5aa4110" /><Relationship Type="http://schemas.openxmlformats.org/officeDocument/2006/relationships/slide" Target="/ppt/slides/slide6.xml" Id="R0fc16109c01a4e08" /><Relationship Type="http://schemas.openxmlformats.org/officeDocument/2006/relationships/slide" Target="/ppt/slides/slide7.xml" Id="R0575a12071b840a0" /><Relationship Type="http://schemas.openxmlformats.org/officeDocument/2006/relationships/slide" Target="/ppt/slides/slide8.xml" Id="Rc52b234404cc451b" /><Relationship Type="http://schemas.openxmlformats.org/officeDocument/2006/relationships/slide" Target="/ppt/slides/slide9.xml" Id="R3aac2f4871b945eb" /><Relationship Type="http://schemas.openxmlformats.org/officeDocument/2006/relationships/slide" Target="/ppt/slides/slide10.xml" Id="Rcc9fa98ef0ca42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5aa83699f9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9ee8a817f4d35" /><Relationship Type="http://schemas.openxmlformats.org/officeDocument/2006/relationships/notesMaster" Target="/ppt/notesMasters/notesMaster1.xml" Id="R552364f985af40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06e8ed7f4b4fb2" /><Relationship Type="http://schemas.openxmlformats.org/officeDocument/2006/relationships/notesMaster" Target="/ppt/notesMasters/notesMaster1.xml" Id="R5f582ba3529c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a101ddeecf41f1" /><Relationship Type="http://schemas.openxmlformats.org/officeDocument/2006/relationships/notesMaster" Target="/ppt/notesMasters/notesMaster1.xml" Id="Rfc198728b51241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f712cc7a74ec2" /><Relationship Type="http://schemas.openxmlformats.org/officeDocument/2006/relationships/notesMaster" Target="/ppt/notesMasters/notesMaster1.xml" Id="R6fa15692df68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ccf66f16d4d0f" /><Relationship Type="http://schemas.openxmlformats.org/officeDocument/2006/relationships/notesMaster" Target="/ppt/notesMasters/notesMaster1.xml" Id="R786eccc47107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2304baf39648d9" /><Relationship Type="http://schemas.openxmlformats.org/officeDocument/2006/relationships/notesMaster" Target="/ppt/notesMasters/notesMaster1.xml" Id="R337ff1d7eab44d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10dd15733142c5" /><Relationship Type="http://schemas.openxmlformats.org/officeDocument/2006/relationships/notesMaster" Target="/ppt/notesMasters/notesMaster1.xml" Id="Rf23e99cb344a4b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a07120b4d948ab" /><Relationship Type="http://schemas.openxmlformats.org/officeDocument/2006/relationships/notesMaster" Target="/ppt/notesMasters/notesMaster1.xml" Id="R9de84663a69d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f74b911d74faa" /><Relationship Type="http://schemas.openxmlformats.org/officeDocument/2006/relationships/notesMaster" Target="/ppt/notesMasters/notesMaster1.xml" Id="Rf46673f5a6bb44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71a39333134806" /><Relationship Type="http://schemas.openxmlformats.org/officeDocument/2006/relationships/notesMaster" Target="/ppt/notesMasters/notesMaster1.xml" Id="Rca2449567cf4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b6f2976e24a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3364ae8d14867" /><Relationship Type="http://schemas.openxmlformats.org/officeDocument/2006/relationships/slideLayout" Target="/ppt/slideLayouts/slideLayout1.xml" Id="R48dc858e9f09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c858e9f09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35a0c127e4281" /><Relationship Type="http://schemas.openxmlformats.org/officeDocument/2006/relationships/image" Target="/ppt/media/image.png" Id="Rf4974d24015b4c99" /><Relationship Type="http://schemas.openxmlformats.org/officeDocument/2006/relationships/notesSlide" Target="/ppt/notesSlides/notesSlide1.xml" Id="R5c37f58dbb1b42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7afc29b684fb9" /><Relationship Type="http://schemas.openxmlformats.org/officeDocument/2006/relationships/image" Target="/ppt/media/image2.png" Id="R7ba5a4da56ce421d" /><Relationship Type="http://schemas.openxmlformats.org/officeDocument/2006/relationships/notesSlide" Target="/ppt/notesSlides/notesSlide2.xml" Id="R86af12606eaa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d36dd41b4dbd" /><Relationship Type="http://schemas.openxmlformats.org/officeDocument/2006/relationships/notesSlide" Target="/ppt/notesSlides/notesSlide3.xml" Id="Rd12efdd676874b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892bcf63475b" /><Relationship Type="http://schemas.openxmlformats.org/officeDocument/2006/relationships/notesSlide" Target="/ppt/notesSlides/notesSlide4.xml" Id="R5d8d0c8d673d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a7724f3974ed1" /><Relationship Type="http://schemas.openxmlformats.org/officeDocument/2006/relationships/notesSlide" Target="/ppt/notesSlides/notesSlide5.xml" Id="Rb9a829e6fb494e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785ecc8194111" /><Relationship Type="http://schemas.openxmlformats.org/officeDocument/2006/relationships/notesSlide" Target="/ppt/notesSlides/notesSlide6.xml" Id="R033bb383fffb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b811c61114007" /><Relationship Type="http://schemas.openxmlformats.org/officeDocument/2006/relationships/notesSlide" Target="/ppt/notesSlides/notesSlide7.xml" Id="R32fa6977923247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94e312f2a492b" /><Relationship Type="http://schemas.openxmlformats.org/officeDocument/2006/relationships/notesSlide" Target="/ppt/notesSlides/notesSlide8.xml" Id="Rd949abe0cca54d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ccc2e405f4fb5" /><Relationship Type="http://schemas.openxmlformats.org/officeDocument/2006/relationships/notesSlide" Target="/ppt/notesSlides/notesSlide9.xml" Id="Rb4ef93f435ba48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3fcdcb1044ec" /><Relationship Type="http://schemas.openxmlformats.org/officeDocument/2006/relationships/image" Target="/ppt/media/image3.png" Id="Rcc87c50c8d3540fe" /><Relationship Type="http://schemas.openxmlformats.org/officeDocument/2006/relationships/notesSlide" Target="/ppt/notesSlides/notesSlide10.xml" Id="R2b93ec0298724d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0877E-2170-4749-B0A5-3B854BA4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7DFC-EF58-422F-8158-C345752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73C9-75A6-45C8-B68C-6F4CDAC3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F800C-190A-41C1-AA11-52AA9B9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A1B3A-876C-48F2-BC3E-B3870F1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74d24015b4c99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AA22A-975E-4F25-A4AD-3D8E9ABB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A20EE-FF23-45A0-BB99-5E13BD45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Conseil &amp; Certification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B718-E11F-4B49-8313-84E6E3A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Réduire le temps de préparation, standardiser les livrables et mieux capitaliser les missions.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56D11-2CC7-4F62-AAE3-70C3BF4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cabinets d’audit, de conseil et d’inspection qui veulent transformer l’IA en meilleure productivité, meilleure qualité documentaire et meilleur partage des méthodes.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4F463-E6BA-47A5-B253-5FF2248A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4F19E-79B9-4D7A-9BC4-373E567F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BF2ED-AA29-449D-9585-FD194D12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A4E3E-54FE-4C7F-86E6-B24C520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06EF6-7744-466A-B0BF-34BC28C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5B66E-1438-4928-89AC-D01A28B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44DFA-5A0E-4EEE-B25F-C37A483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EB0E6-2908-40EE-A06D-AF26C20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3A3EB-0510-40A8-A693-9A814A34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E9293-4A2B-42BC-9311-3DBDEBA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Ingénierie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9A016-75CF-4346-8022-79781CD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261B9-1B21-48C0-9A4C-36482B4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A80D4-F96D-4E56-AC6E-070F3A0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18228-9911-4B00-BEAF-A62A668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AA3E6-779E-4384-B57B-E7B1065C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56D08-B0A4-454D-B546-C787530D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789FD-637B-4ED1-9B8C-2E36DC3A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B9630-1E0B-448F-A591-4FCF18E6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7A0E4-868E-4428-8928-2F34282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245A8-0E34-402F-A1FA-37594D6C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9DC98-5941-4EF4-8250-57E999A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19458-50DB-4640-B8DA-391CA32A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2FF04-6EBD-4E78-8329-8DC566F5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05024B-1402-4394-8675-BEEF901F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5720E-C5A5-435B-8C75-003455C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1183E-56B9-4EA9-A684-75B6F544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B09A3D-B385-4DA1-98D9-E32B233A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AFCB9-77A9-4633-8A3A-B25316D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E4CA09-5689-4C5E-8F17-0656B7AB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1DFB8-4B26-41B9-9869-BA7380B0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3BE0E2-F5AE-45D6-BF9C-9EAE4D6B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35EEC2-F01D-40F4-B704-C0D9DBE2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4012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1441E-3E2F-46ED-8C61-B5D6BC10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407A2-876A-477E-8033-5D6A73C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3A9E5-2E6D-49EF-A8E7-84CCFB8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audit, conseil &amp; certification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88AB1-7BF1-4E0C-B5E8-CB73D10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promesse ici est claire : mieux préparer, mieux documenter, mieux synthétiser et mieux transmettre, sans dégrader la qualité des missions ni la responsabilité des experts.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9530-151C-455D-909F-D83EE8D7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5a4da56ce421d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CF3DC-7E81-4131-8184-148FDE10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BD994-0E6E-47E3-B60D-EC2B83B8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F5AB3-B6DE-4F38-B978-CC151C1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0065-EBCE-4A6A-A958-ABE541E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D0B74-B607-4BAA-9562-0FBC675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F9FDB-5203-4BCD-A488-093824E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EBDDC-CDFF-485D-BBC0-A346B2F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D4D5E-026C-4C05-8A76-671BF62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BD416-B09E-4E07-9705-763C0E8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25838-3863-4BBA-AB00-97F4B47B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EA6F0-504A-46A1-B950-2C7F201E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C3CBF-11F4-4A3B-9FB4-35C9CC81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Ingénierie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082B4-D563-42B0-AF3F-B94AE0E4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E48E4-6E71-415A-8555-2274C5C0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2856F-5D9B-4796-9E99-63608CBF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C7E55-8D58-460C-995E-73F174C5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8368A-D4F4-4411-A8C7-6E4B276B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8E8D3-2097-4AF9-ACBC-65A584E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2885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3D4CE-59B3-4B36-8FCA-E1FE44A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52AF9-F7B3-4E27-95BD-70D3E06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58261-0415-4F3E-992B-E5F311AC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A7594-F19B-4460-B365-39F09C9A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C4545-68B6-40E0-91C0-32743AA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EC99B-4755-4FFD-BDEE-9DB1B5C5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BCF7A-9DA8-41AA-91A1-FE75BE64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mission lourde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41CCE-B1A7-44F4-9974-04357BF1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C2D3E-9C3C-4E88-8DB5-0D181D9E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Collecte, cadrage, note de lancement et préparation d’entretiens prennent beaucoup de temps.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5E2F5-3718-4B76-AF60-D9791DA5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BBB3D-D0B2-43D7-BA88-085DCDD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bases plus structurées pour démarrer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A9216-BD9A-4605-B477-76A36E9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C67F4-936B-40B6-B2E7-936195F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42727-3733-4CD8-9515-3EE811F5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Livrables hétérogènes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CA8DB-1CAB-4385-BEFC-DB53B61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63EAD-7447-431B-9758-E86D16B0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Synthèses, rapports et présentations varient selon les consultants et les équipes.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8C9DA-43AB-4B52-BC89-575EBE85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61477-F017-4FF9-8240-1C5BA0E3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formats deviennent plus stables et plus faciles à relire.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4B5E6-20D1-4AE3-A62E-922F079D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57C69-E46F-462F-AF50-C900ADF6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7B6B7-65C1-47CF-A0AC-D0811EF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Capitalisation faible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3CC92-581C-426A-B443-7CA077B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7735C-3207-489E-8C32-D09F8456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missions produisent beaucoup de matière mais peu de mémoire réutilisable.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4746D-1B1C-40E0-A41F-D5FDFBA4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7F216-8E3A-4F1B-9EE9-BBB11946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enseignements et standards deviennent mieux transmissibles.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EC9CA-A881-4FFF-BD5C-99137C8F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D4358-8424-4C90-AEF6-69BFD12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CE12F-239E-4C13-92A0-DF45EC8D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KPI peu pédagogique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54CD9-F3F7-4D01-875A-676DB7A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13D33-E272-4883-B429-E93A9F8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et constats techniques restent difficiles à raconter aux clients.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D9D9F-F059-4070-A4DE-4978CAD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4A576-5506-4F4D-BF85-E4619977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commentaires et narrations managériales deviennent plus solides.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06F83-73A2-4258-A993-AF807B8A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5803A-9F28-49DB-937D-35B22C8C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283C50-5FA3-44C6-B1EC-A3A23B2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FC8804-3323-4F2F-B335-7070A05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C1FB1-504C-4ABA-AA1B-034A52F9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A8F44-F348-47D4-A178-0F306FA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39076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4B601-E6FA-492C-8BC7-494007F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15D42-4E6D-4F7D-B6A3-7E4218E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C7D26-F76B-4D1F-9B34-0BCF36C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D9EDD-7C8C-4DC4-844B-AA633696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02744-D055-4C7C-9A30-08085F8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2027-A46F-42C5-A842-F7A3790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à 50 %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D3956-2C53-42D0-8243-3A48BA0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préparation 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66A8C-4821-4FC7-9500-958D1C0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collecte, synthèse, cadrage,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C5B0E-5B6D-421B-8B04-D9FED94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2A26B-AECB-4818-9E25-472B153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Livrables plus homogènes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15EBD-7047-48A9-A573-56A4CF2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équipes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D6593-D200-409C-9C99-E24620C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rapports, notes, présentations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CB32F-A66B-4437-A6AC-AE60C331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F7367-9052-4ABC-AA4F-C09A610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Capitalisation renforcée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36009-7965-4D31-888F-064EFD32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2706A-63A1-4DB4-8AE2-A6D42508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méthodes, clauses, matrices, exemples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77CE2-D5CD-48C9-8B7A-92100220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7D297-2F99-4130-B833-EB356C88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Restitution plus claire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F2CDB-2A87-4820-9BAE-7F8E7620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clients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48E4D-E515-40FF-A111-124DCBA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KPI, constats, recommandations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BD7E2-7195-4BC1-ACC5-6EC295F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87161-1D2B-4783-AE72-331C21AB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A4EB6-AE21-4FD8-96F2-67BBC1B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D422F-B646-4C29-9343-3F2C0AC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8DBDF-3554-434B-8089-A6C3C66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51B52-11DF-4693-BC66-41E9D87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1F6D9-9E8E-4957-9F1F-28132D5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24475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6B71E-36A3-485D-819F-BF925BB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BD297-740F-4A10-8774-3CFC90C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99DC7-7BC5-46BC-8E5D-BF80CCD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DFD7F-9725-4632-AEA3-DA6EE185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248B8-D2B2-47AE-B1A9-B53B3DE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57AA2-34DC-4A19-BB9C-C14ADEF4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38917-0E44-4E0A-9129-86F07DC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de mission et checklists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257CF-4060-4B6A-983E-6A6CF9A1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D2C63-74C7-4B2F-B6A3-EAF2B49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malgré des schémas récurrents.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597E-C3A5-4409-8F4F-92A000A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0D2F2-648D-4C16-A605-E8247970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livrables de cadrage se préparent plus vite avec des trames plus robustes.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55C19-F752-4703-AF10-E05B32D7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EA461-E682-44CE-A426-2F27E36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; délai de lancement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21700-DC0B-499A-97AB-481DC6E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F173D-2BC3-4E43-ABD9-CA8F010F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E02A5-CB71-4789-8A44-3AB8490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de rapports et synthèses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2FD82-23CA-4B4E-AA8F-36C6486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18B0D-F5A4-47AE-BD75-3699F351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rapports sont longs à assembler et à harmoniser.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6FAAE-1568-48EF-8C3A-BF14DAA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C83FE-658E-43D8-A1E6-60CC2624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consultants gagnent du temps sur la mise en forme et la structure.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7533B-B019-4F9C-A146-990B2663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F8873-8ABC-495A-85F7-B742C24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taux de relecture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EBD09-657D-4AA4-A873-2D53A7F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A9BBD-93D4-4E00-A4ED-332D6FD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AFC06-9177-40B6-8E22-3851433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Capitalisation et base de connaissance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0C2EF-E023-466E-BF1E-38E58A46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38EE6-68EA-4958-9575-58A7055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savoir-faire restent dispersés entre dossiers, mails et mémoires individuelles.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917E4-63F3-4B8E-A8DB-F24A08C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48A7E-44C2-4E9E-9996-61FC8A10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retrouvent plus vite clauses, matrices et exemples utiles.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C883F-0AAE-4274-AA55-FD26FD1C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5EA76-F76A-4439-9D3B-F5D3C3E3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réutilisation documentaire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CC2B0-B4B2-4E7C-8EE4-F8D9D5E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1279A-12D2-40B6-B4E0-24F8E4EA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291CD-048C-4693-B66C-C6BA6F7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KPI et restitutions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C3F50C-810B-4C39-8E60-3DC52AB4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85DCE2-830F-4655-86E9-4649949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sont disponibles mais difficiles à raconter clairement.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3F2BE-19B6-45B6-A355-4E41C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151E4D-7379-4560-B5F6-C3BDA184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deviennent plus pédagogiques pour les clients et directions.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1DBE6A-183C-4D48-8185-5796968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0AF0FC-AFF7-4D45-8E43-0B6C824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restitution ; satisfaction client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86DAC0-65DC-4C2E-B7DA-8215D3A1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C8D98-969F-4B86-8F3A-AF3A1C32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F4810D-55DD-412D-8BD4-425267B2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457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87195-53F9-4830-BF6F-47C0CC7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536D2-7818-49C2-879E-9565B78A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184BD-140D-4C2F-9208-083D2D9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90CF0-A68F-4577-8045-D29B4E25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A1241-D274-498C-AA71-2D09EE5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2A907-DBF7-4159-AF03-DA5623F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8CB58-68E4-4D25-88B5-3029874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de mission et checklists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D9F0B-4BB3-463E-A811-FB0473DE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F79D-151B-4A32-94E0-5B7FB32A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repartent souvent de zéro malgré des schémas récurrents.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0970A-2F38-4912-9F67-00AB2572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1FB3E-F494-4009-BE7C-B6D4379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livrables de cadrage se préparent plus vite avec des trames plus robustes.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B9069-A731-4BA5-85F5-7837A9E6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5D1F2-B151-445A-8397-9A8B9C7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; délai de lancement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1F0E6-1593-4B09-97A9-C33AD9E1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1890D-2AE7-4619-9B02-2CCA751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5EA24-1578-4CE2-856D-ED4EF8E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de rapports et synthèses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CCDC0-BEB3-41F5-8065-BF23CEE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F6095-B5CB-4FE5-9D03-B16251FE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rapports sont longs à assembler et à harmoniser.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10E23-EB01-475E-84D7-C506D22A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1BB0E-35C6-433C-9D97-15AE3952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consultants gagnent du temps sur la mise en forme et la structure.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4DE53-96CA-4FB4-B11C-9AE3584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C82F5-A935-4AAD-AA18-9E8CEEE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; taux de relecture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75B80-CA9A-4314-932E-3BC50EC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4375C-6199-4F00-8EA9-AD770AB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B0FDC-0C3E-425D-A521-72D9666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C35E5-6501-4849-985C-74940BA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F728C-9822-4138-9735-E34E2F3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06510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4A5CA-9CB0-464F-A9BA-3EB2A384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62DBF-281A-4A7E-BE70-BE6C4108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846CC-334E-45E6-AFAE-10A72D2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1889B-CD6D-4B87-A45C-04083B88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79486-687C-4FEE-8E52-833E356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EA7D9-892B-4F2B-9E8B-493D9AF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5F80A-16C1-4C4A-AB78-CF069905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F33EF-E976-4213-ADBC-A5E08E2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212EC-845F-42C0-90D7-F3BD6C6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A2434-666D-41E0-933A-29C79D22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Interne Augmenté par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9CAD1-D1E1-4FB0-A735-CEFB0F3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B1882-35E4-4B80-ACC2-D6063F7E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D89CE-7934-442A-8AA1-3127B87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A5F76-F970-4E4C-BEF5-32500202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Due Diligence Augmentée par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9BD9E-1345-499F-B68E-4DCC9CB5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C1C40-78E9-4028-B15B-43E2467B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EFB39-AF40-4881-B6D2-C13E2C3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06903-6C2D-4AE2-A6E7-BCC48966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Rédaction Professionnelle Assistée par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4F661-24FC-46AD-8C8C-4100AF8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1FE63-3BD2-496C-A4EE-EA489EC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129DB-E6FF-42CD-A479-48A4F3D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D2940-7D69-4102-8D04-61BE9EF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Power BI et Tableaux de Bord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D93C1-DC19-46C3-BD95-BEC9DE2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AC24A-9215-4CBB-BE26-923E1742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A20A0-D7A0-49CE-8326-EE9B8A69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952A2-0371-409F-841E-4B7F837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Projets Augmentée par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102AE-4A68-4A61-91B1-2CE4C276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9763E-A624-40F3-BAC4-7BF63F36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7A5B4-BEAC-4473-9A37-14665F2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2C139-3EF7-489B-8E3B-807DBCE8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Recherche Juridique Assistée par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77932-95E7-4384-8721-AD6DA41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A4DB7-5A9D-4B99-8E93-E915B3FE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0E374-EC08-4A17-A8A7-406C010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les tâches répétitives qui ralentissent la mission.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harmoniser les livrables entre consultants et bureaux.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une vraie mémoire réutilisable des pratiques et rapports.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Renforcer la lisibilité managériale des conclusions et KPI.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7AB82A-91B3-4B9D-A7EA-6CDA54F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16A691-CC90-4374-8F0F-94F0052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0481CE-0099-4B7C-866D-5626E4BB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BC06C-D383-417A-9321-465B7FB8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2A41B5-BEF3-4357-9573-AC9CCB45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89834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504B3-2CCD-4488-9469-0A045F9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C4ABD-5F11-44E0-AD75-FB173E4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1CFDC-BBBC-4882-835B-55C8E6F8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7790-6BB8-44CA-84CD-65C7E40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56CA-6600-46CE-BC4A-EB6E397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47338-6ECF-4206-8344-7407EA81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58B1F-9C68-4319-8D7A-48AB66F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0D7D4-2BF8-42EF-8A2F-9DFD8861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795A8-1BDE-4D40-8636-8FB2F90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8B60-A04C-4D77-9A7D-895F8ED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E1842-7AFC-4E46-A13C-924D776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F34EC-9230-49F9-99CC-6280FF6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22D75-78B9-4183-80A7-662B6629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33836-09B8-4523-AD89-C7FA2FFF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82E1C-11B8-4EC2-B05E-66D763A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7DC06-FB79-45FE-9312-2DB55E6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3EEF1-374F-4D48-8D1D-F832368B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79D05-F2EF-430F-B960-A08A3A5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1CE0C-CE9A-4382-BB22-C195747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EEBC3-08E4-4212-86E0-048ADED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AF17D-C38E-4DA0-9052-47B269A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B0B0A-0A74-4E0E-B7BE-9C22778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2145C-877B-482E-A4B1-9D07B7D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D9846-1440-4176-8D93-CE27C2E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CE767-0786-42A7-BF80-9A9AFAF9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18E32-1484-45FA-B05C-6527931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9BD05-6063-4A1A-9C60-2FD8F79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292C4-E7A9-4714-9524-B36949B7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E3634-329E-424F-B01D-6A02FC9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6BDA9-7D9D-495E-BEBE-AD5EB37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8608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00E26-CA27-4CC5-AC7B-A694262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922A9-FE7A-49EB-BA6D-D77A28B0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04D8F-D9C7-483D-9CAF-FD3DCA5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audit, conseil &amp; certification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21738-0A14-451E-8FC5-FA9EC7A4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9E1A5-6082-4EC3-8330-E4F4100C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5FDA3-3609-46C5-AD89-599D39D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35AC8-10D7-4A1B-ACD1-332E689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F3D75-0039-42E1-A301-A42306D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Audit, Conseil &amp; Certification.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2F530-1F51-455B-AE14-3DC680C4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3A453-1DE8-47E9-B0C9-3137A0FC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CAD6E-AF1E-4B49-BA80-87D1D64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A837C-EA2A-4B21-9DC5-3082477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64D42-C874-492F-8375-A514D649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D4E95-05F6-4784-99AB-16E8EE40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D901A-DAF0-451C-9028-0CD53797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6713C-1041-4EAD-BB28-FB4721B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33244-4BF7-4C8E-A7DF-0351874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C07AA-535E-4851-9E74-2803B50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93580-0DC9-4249-A492-61F5CBA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2FCEA-294D-4FC0-ABE4-56BE243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24E40-4671-4274-8CE6-6FD50510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5C9B2-B65C-42F5-8592-7EE7502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234EF-2F85-4E78-8107-476DB54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7A57F-B7D6-427D-BC5E-9687032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5B9DA-6427-43D5-8460-FA5B418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36722-3B81-4AC9-90EB-6A92D02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89F6B-F2D0-422D-A2EA-C4D1C3B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5640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1BA96-E420-4EC4-9822-14FA5D55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F415-4101-48D3-A7D7-2EA4251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7c50c8d3540f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000B3-1E3E-43A7-9118-DDC0D15E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47F4E-5339-48D7-971F-0D1A526F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BA0AC-E66B-43B2-88AF-45A953E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AD4CA-C51A-45C8-A200-61A1BCBA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B1200-F7FE-4AAF-869F-6C2D3102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128C3-6FB3-45B0-9488-611EB73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9A223-2672-4E7E-9649-907424E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B79B8-E951-45BE-97AE-FF0B8659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CDA57-0655-4702-9637-F45FEF0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6D546-5374-48D0-9F0A-6A039DA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264A9-8D5B-4843-A196-8E5FABA4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F794D-C97A-49CA-861D-E7BCE6E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30EE3-B80E-40CD-8920-3872ED5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74305-A4A7-46D8-8FF4-AA0BD27E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10319-8699-4F18-AFEE-04F2279E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25C1C-8C11-479B-B400-ADDD0DFA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1073D-EF0E-4C64-A14E-FD9865D4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4924D-F654-4E66-BEFE-E8B33C1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1316A-10CE-4B85-A5B1-530ACED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BTP / Ingénierie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85373-D706-40B3-A0BF-23905A3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A6577-A07A-46B1-A822-C66AF7A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Audit, Conseil &amp; Certification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AE676-049D-48A0-924A-206F2D5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1794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2026-06-13T00:10:27.6690000Z</dcterms:created>
  <dcterms:modified xsi:type="dcterms:W3CDTF">2026-06-13T00:10:27.6690000Z</dcterms:modified>
</coreProperties>
</file>