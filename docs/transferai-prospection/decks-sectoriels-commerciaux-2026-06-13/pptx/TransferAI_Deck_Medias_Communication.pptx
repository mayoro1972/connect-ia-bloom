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63db9bbeb4ca3" /><Relationship Type="http://schemas.openxmlformats.org/officeDocument/2006/relationships/extended-properties" Target="/docProps/app.xml" Id="Rffdc88e2a24c4994" /><Relationship Type="http://schemas.openxmlformats.org/officeDocument/2006/relationships/officeDocument" Target="/ppt/presentation.xml" Id="R124fcf2df196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21cb7bfefa4a06"/>
  </p:sldMasterIdLst>
  <p:notesMasterIdLst>
    <p:notesMasterId xmlns:r="http://schemas.openxmlformats.org/officeDocument/2006/relationships" r:id="Rcf21d60f903a40cd"/>
  </p:notesMasterIdLst>
  <p:sldIdLst>
    <p:sldId xmlns:r="http://schemas.openxmlformats.org/officeDocument/2006/relationships" id="256" r:id="R98811f86720d449a"/>
    <p:sldId xmlns:r="http://schemas.openxmlformats.org/officeDocument/2006/relationships" id="257" r:id="Rdf351d28b69f4341"/>
    <p:sldId xmlns:r="http://schemas.openxmlformats.org/officeDocument/2006/relationships" id="258" r:id="Rd8f269923607481d"/>
    <p:sldId xmlns:r="http://schemas.openxmlformats.org/officeDocument/2006/relationships" id="259" r:id="Rd2b546e447664ee3"/>
    <p:sldId xmlns:r="http://schemas.openxmlformats.org/officeDocument/2006/relationships" id="260" r:id="Rc26996545a334e3f"/>
    <p:sldId xmlns:r="http://schemas.openxmlformats.org/officeDocument/2006/relationships" id="261" r:id="Ra059d9ffa37b44bd"/>
    <p:sldId xmlns:r="http://schemas.openxmlformats.org/officeDocument/2006/relationships" id="262" r:id="R45038767c65c485c"/>
    <p:sldId xmlns:r="http://schemas.openxmlformats.org/officeDocument/2006/relationships" id="263" r:id="Rdf35973cce5a4a93"/>
    <p:sldId xmlns:r="http://schemas.openxmlformats.org/officeDocument/2006/relationships" id="264" r:id="R7e500b29311b428e"/>
    <p:sldId xmlns:r="http://schemas.openxmlformats.org/officeDocument/2006/relationships" id="265" r:id="R11a26dff33b940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736bdaf694afc" /><Relationship Type="http://schemas.openxmlformats.org/officeDocument/2006/relationships/slideMaster" Target="/ppt/slideMasters/slideMaster1.xml" Id="R6d21cb7bfefa4a06" /><Relationship Type="http://schemas.openxmlformats.org/officeDocument/2006/relationships/notesMaster" Target="/ppt/notesMasters/notesMaster1.xml" Id="Rcf21d60f903a40cd" /><Relationship Type="http://schemas.openxmlformats.org/officeDocument/2006/relationships/presProps" Target="/ppt/presProps.xml" Id="Rc19ca34f96e54fe3" /><Relationship Type="http://schemas.openxmlformats.org/officeDocument/2006/relationships/viewProps" Target="/ppt/viewProps.xml" Id="R0fb78b4b0e63444e" /><Relationship Type="http://schemas.openxmlformats.org/officeDocument/2006/relationships/tableStyles" Target="/ppt/tableStyles.xml" Id="R87a23ac739d34152" /><Relationship Type="http://schemas.openxmlformats.org/officeDocument/2006/relationships/slide" Target="/ppt/slides/slide1.xml" Id="R98811f86720d449a" /><Relationship Type="http://schemas.openxmlformats.org/officeDocument/2006/relationships/slide" Target="/ppt/slides/slide2.xml" Id="Rdf351d28b69f4341" /><Relationship Type="http://schemas.openxmlformats.org/officeDocument/2006/relationships/slide" Target="/ppt/slides/slide3.xml" Id="Rd8f269923607481d" /><Relationship Type="http://schemas.openxmlformats.org/officeDocument/2006/relationships/slide" Target="/ppt/slides/slide4.xml" Id="Rd2b546e447664ee3" /><Relationship Type="http://schemas.openxmlformats.org/officeDocument/2006/relationships/slide" Target="/ppt/slides/slide5.xml" Id="Rc26996545a334e3f" /><Relationship Type="http://schemas.openxmlformats.org/officeDocument/2006/relationships/slide" Target="/ppt/slides/slide6.xml" Id="Ra059d9ffa37b44bd" /><Relationship Type="http://schemas.openxmlformats.org/officeDocument/2006/relationships/slide" Target="/ppt/slides/slide7.xml" Id="R45038767c65c485c" /><Relationship Type="http://schemas.openxmlformats.org/officeDocument/2006/relationships/slide" Target="/ppt/slides/slide8.xml" Id="Rdf35973cce5a4a93" /><Relationship Type="http://schemas.openxmlformats.org/officeDocument/2006/relationships/slide" Target="/ppt/slides/slide9.xml" Id="R7e500b29311b428e" /><Relationship Type="http://schemas.openxmlformats.org/officeDocument/2006/relationships/slide" Target="/ppt/slides/slide10.xml" Id="R11a26dff33b940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7c95dae61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fa4cfb2e7841ac" /><Relationship Type="http://schemas.openxmlformats.org/officeDocument/2006/relationships/notesMaster" Target="/ppt/notesMasters/notesMaster1.xml" Id="R7fec4e0c8779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f9515cad84bfb" /><Relationship Type="http://schemas.openxmlformats.org/officeDocument/2006/relationships/notesMaster" Target="/ppt/notesMasters/notesMaster1.xml" Id="R34047e1828c0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79b4aa8e342ef" /><Relationship Type="http://schemas.openxmlformats.org/officeDocument/2006/relationships/notesMaster" Target="/ppt/notesMasters/notesMaster1.xml" Id="Rc6769c702fbb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e3f3ffb4248f1" /><Relationship Type="http://schemas.openxmlformats.org/officeDocument/2006/relationships/notesMaster" Target="/ppt/notesMasters/notesMaster1.xml" Id="Rff3dd022ddaa47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136bca63e4b5b" /><Relationship Type="http://schemas.openxmlformats.org/officeDocument/2006/relationships/notesMaster" Target="/ppt/notesMasters/notesMaster1.xml" Id="Rc727f9cc0c5e4d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5b865cb3ee49f9" /><Relationship Type="http://schemas.openxmlformats.org/officeDocument/2006/relationships/notesMaster" Target="/ppt/notesMasters/notesMaster1.xml" Id="Rbef9ccefab15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caecf0e07b4db4" /><Relationship Type="http://schemas.openxmlformats.org/officeDocument/2006/relationships/notesMaster" Target="/ppt/notesMasters/notesMaster1.xml" Id="R869d2622e269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3ee48b26e14c5f" /><Relationship Type="http://schemas.openxmlformats.org/officeDocument/2006/relationships/notesMaster" Target="/ppt/notesMasters/notesMaster1.xml" Id="R4c36efe9c0c54d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3dacacf4934fdb" /><Relationship Type="http://schemas.openxmlformats.org/officeDocument/2006/relationships/notesMaster" Target="/ppt/notesMasters/notesMaster1.xml" Id="Rb75df16be9df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edb8d727d7462e" /><Relationship Type="http://schemas.openxmlformats.org/officeDocument/2006/relationships/notesMaster" Target="/ppt/notesMasters/notesMaster1.xml" Id="R9f64b66de95f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bd0635575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c710ce4ed40c1" /><Relationship Type="http://schemas.openxmlformats.org/officeDocument/2006/relationships/slideLayout" Target="/ppt/slideLayouts/slideLayout1.xml" Id="Re4cfb418a08d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cfb418a08d40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1bce5d2384fa7" /><Relationship Type="http://schemas.openxmlformats.org/officeDocument/2006/relationships/image" Target="/ppt/media/image.png" Id="R1c416c21fbb34792" /><Relationship Type="http://schemas.openxmlformats.org/officeDocument/2006/relationships/notesSlide" Target="/ppt/notesSlides/notesSlide1.xml" Id="Re68be045eab042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e0123c6d048c1" /><Relationship Type="http://schemas.openxmlformats.org/officeDocument/2006/relationships/image" Target="/ppt/media/image2.png" Id="R26ed6411ba2d4772" /><Relationship Type="http://schemas.openxmlformats.org/officeDocument/2006/relationships/notesSlide" Target="/ppt/notesSlides/notesSlide2.xml" Id="Rb38a082e28c24d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56b1977a4912" /><Relationship Type="http://schemas.openxmlformats.org/officeDocument/2006/relationships/notesSlide" Target="/ppt/notesSlides/notesSlide3.xml" Id="R4fd5bc0d5587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9897ea274be9" /><Relationship Type="http://schemas.openxmlformats.org/officeDocument/2006/relationships/notesSlide" Target="/ppt/notesSlides/notesSlide4.xml" Id="R54e4151752684a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f1a4112464e28" /><Relationship Type="http://schemas.openxmlformats.org/officeDocument/2006/relationships/notesSlide" Target="/ppt/notesSlides/notesSlide5.xml" Id="R3df6a34db7d8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265b25e6b4d85" /><Relationship Type="http://schemas.openxmlformats.org/officeDocument/2006/relationships/notesSlide" Target="/ppt/notesSlides/notesSlide6.xml" Id="Rccee96e35684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68b6b74a144d1" /><Relationship Type="http://schemas.openxmlformats.org/officeDocument/2006/relationships/notesSlide" Target="/ppt/notesSlides/notesSlide7.xml" Id="R4d96f94f5f6f4f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d63affe0c4d03" /><Relationship Type="http://schemas.openxmlformats.org/officeDocument/2006/relationships/notesSlide" Target="/ppt/notesSlides/notesSlide8.xml" Id="Rad6a6296f5d144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1b898a64148e4" /><Relationship Type="http://schemas.openxmlformats.org/officeDocument/2006/relationships/notesSlide" Target="/ppt/notesSlides/notesSlide9.xml" Id="Rbdfc6baba59e43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fc3bed7674e74" /><Relationship Type="http://schemas.openxmlformats.org/officeDocument/2006/relationships/image" Target="/ppt/media/image3.png" Id="R12873cb5a86f4b55" /><Relationship Type="http://schemas.openxmlformats.org/officeDocument/2006/relationships/notesSlide" Target="/ppt/notesSlides/notesSlide10.xml" Id="Raa3a40ddf35b4d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73EB5-01C1-4A4E-A99D-813A1F9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A1447-3C02-4C02-A56B-CF765AC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590D1-D01B-4CB4-9194-0818AFD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6D8F1-3174-4FC9-9825-C0FD24B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05B41-51D6-4973-AF1E-6DFE6729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16c21fbb34792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87BF0-F298-47A4-9E62-F165E3B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A7A7C-705B-4BD6-9BF2-EE899033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Médias &amp; Communication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611E9-5342-4830-945A-81A20D4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la production éditoriale, la veille et l’analyse d’audience sans banaliser la ligne de marque.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B76B-F9BA-405B-A784-031F17B8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groupes médias, régies, chaînes et directions communication qui veulent transformer l’IA en meilleure cadence, meilleure cohérence et meilleure lecture des performances.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90AF6-0A37-4A90-B4BB-B296F3E6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59427-7915-49DB-9C30-4BF5123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4221B-4FBC-455B-B86B-9813544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E947B-E711-4124-811C-DF1537B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CDCF7-9544-4CD1-995C-152A9D4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13D72-19E2-458C-BDC5-1EA5286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8318B-B39C-457A-9683-2F3AA652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A530-A27B-4B6B-9A41-FEE36C7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6CF2F-8A3B-4A98-B361-0C916EA0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4AD70-AB1F-467D-A6F5-6429A37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3E6AA-35EB-4444-9C35-39EF19C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4CB80-E30B-4ACB-8364-D235B28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/ Presse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9B948-F814-42F4-A6E4-6926937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AC3EE-5FD2-49BF-B524-E961F00D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35E27-62B0-4473-A518-8FF74C49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7CA10-E6F5-4FAA-AE67-A417CE7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B969F-FD07-4512-A7EF-2AEEAD8B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88435-BF6D-44A6-BC45-C5B789B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7443F-55F2-479F-A75F-F7B3DE5A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BDF6DB-EC2D-410C-B69B-7A6BDB74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0ADBE2-AAA2-407D-80C8-9FB6418B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F8998-2274-485B-9D7A-805C0E0C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F847F-7873-40CA-AA08-6B1262C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28869C-3829-41D3-9156-D1209DC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CFDE15-CF7C-47D9-8637-1859B4A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53ACF-E571-4A29-9BFE-0A3B801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003298-9B66-47B0-B4C0-FF89063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084BC7-4761-4205-9795-46D4A59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25F754-DDD1-433A-A2E8-ABE8E27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DBA30-B247-4B29-A63C-CA51655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F123A2-4204-41D2-A57A-FF545724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56FFF8-AB5A-4837-807B-065A029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AB1B0-DD85-4680-9A16-1C0740B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34A16B-C825-4F3C-973C-3F5F81D8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0494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C478B-DB42-4889-9403-4EE44E7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9E48B-AF5E-42A2-9475-3B0EF1A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2E6CC-721D-4826-8288-4A3575BC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médias &amp; communication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D63B6-CD6C-4E06-9AF9-06A44ED8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L’IA doit ici servir la vitesse éditoriale, la cohérence de marque et la lecture des résultats, pas seulement la génération de texte en masse.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BEBFD-58D0-46C2-9D10-01E7DF7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d6411ba2d4772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D37EF-CE3F-4117-BD9A-0D379213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203D5-1764-4C83-B479-3139CFD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F2BD4-1383-4B31-874B-EA95F40F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2921-E677-4BC3-863F-20B62EBD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6E123-D149-4C58-8894-DF81B52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FECD8-4424-43C0-9C68-DBCE13C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46795-FAA6-4CE2-882D-636C7CF0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DEBC5-F31D-4D7B-B385-5175D28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242CD-88AF-4F74-88E0-762054D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A74BE-F602-4FF2-8BD0-D0CEB641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3AA2B-E6D3-4803-8BAA-7DC1AB0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04F3F-5D7D-4AE0-A6EA-377C83C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96DA1-42A0-4A45-AA7B-A60E44D2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DCA20-3E80-4971-AD38-3DE25EA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/ Presse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DA7E4-1707-4D23-B601-BABD860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546B5-C46D-40A3-A8C3-3A8FD2F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C7634-E237-449F-835B-8A59429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0356B-AA1B-4BC5-9425-94C7BBE3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63455-E4CB-4FC5-AC18-38C0E98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6F5D8-3328-4808-9F5C-0F1F1A7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16080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43847-E860-45F4-9820-F070EA3F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27FF0-BE70-42CA-8E79-4C5B8F5D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CDC50-28F4-4659-B59D-B8166C9C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F0CCE-187A-4C7E-AC0B-EB462D4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EFDB1-DF0E-47D2-8A55-0CCDF7A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001E9-B399-4031-BEC7-14E6EDF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93F55-4121-4E6C-AD2F-25D83C4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éditoriale coûteuse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EB4A-5550-485D-A574-11A1F46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CD625-863D-4DD3-BED1-9BB9FA3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Créer, adapter et décliner les contenus demande beaucoup d’allers-retours.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715F2-7527-4A55-9759-378D302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5AA54-BCC1-4F0A-BCCB-62A7CB9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de cadres qui accélèrent la production sans perdre la ligne.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31FE7-59D9-41F3-AF60-FFE91252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EDF50-64F7-4A3B-8400-C965DB47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CCE24-1F44-42FF-8131-2277CEA3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et revue d’audience lentes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0D04F-DE59-44C1-B221-DB7D8EC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840EB-1CF7-40EA-A317-D3836569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audiences et tendances sont connues mais restent longues à relire et à commenter.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1BC11-C3BB-46F4-9252-3924407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F533B-FBA8-4A14-A079-0523FA1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analyses deviennent plus rapides et plus actionnables pour les responsables.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D59E3-492A-402E-B222-E95E496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5EBB2-ADD8-4A1C-989C-9641AF9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88042-C78D-45C9-8576-8FDF67DF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Cohérence multicanale fragile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21E3B-3C86-4184-A385-0D64773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7F63E-5E2C-484D-A796-F264B55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canal avance à son rythme et le message se dilue.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708D3-AAEB-4B80-BDC6-2807EBDE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9054C-CF75-4B14-BEC4-E1584EA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assets et messages sont harmonisés plus facilement entre médias et supports.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DFDD8-C9D1-4F8E-95DA-1371CD0E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F57BA-9688-48EA-8AF0-67AF379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90906-DCA7-4F1A-93CD-CD71C40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peu pédagogique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731E0-3BDE-4DEF-BB2B-232528F5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AB8C0-F910-43D3-89AF-5366131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performances existent mais restent difficiles à traduire en arbitrages clairs.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AF2E1-4AA8-42FE-9F9F-8D2A735F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D66EF2-F28C-4E36-976E-BD4D214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gagnent des commentaires plus lisibles sur les écarts et leviers.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9B09A-27EB-4A7A-AC35-F59E6D7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D3D25E-3C1E-416F-836D-BED3FE9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2F6482-2BEE-4198-8772-884721AE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6F678-066B-4359-9D16-C3E59E94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EA9DB-96B7-467E-9A55-242415B4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09825C-BB18-41DE-8FF3-210C8E7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35851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0B9AA-AC26-4E41-8498-1F51B8F4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60ADB-08C1-4EDA-BDA6-20734F1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AD6B0-BA9F-4B24-B505-51EB3E01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ACCDB-5426-45F0-BF3D-058EB187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75070-13C5-4A48-892C-3CAFAFE3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A7D87-1DBA-49AA-9C00-EB71D65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 à 70 %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9DB91-A65A-45F4-9D97-F64C16A4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C0FAE-AE67-426E-B212-C9300DE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briefs, variantes, déclinaisons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0DCC3-AB09-44A3-989E-07E63528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EE236-3F44-44C6-BB1D-B22397C6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cohérence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DC46-C416-4F56-8EB4-BA7E5910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canaux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E026A-44C2-4D78-B72D-FBF26C6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promesse, ton, priorités éditoriales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FFC00-1ED9-43C7-89A9-D5859515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D4C5D-4C67-4FD3-8993-383F00C2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44B6A-D254-401F-A528-5920A95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audiences et campagnes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87B07-FB2B-449C-98EC-F447B021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et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A50C0-80F8-4A80-A5D0-18168A56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A3FDE-CEB1-4C62-BC3F-D584594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Segmentation plus utile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08E83-A5DF-4F02-B971-88A8C7DB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équipes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CE999-584A-4A05-A44D-D9140C28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 plus ciblés et mieux calibrés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855D1-AE90-49E4-9ED7-6EC4BBD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942D5-BD3F-4875-BCEF-30C13015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12532-4D43-4D5B-B41A-086724F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0F388-CFBD-4933-8EB7-4E7C265D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C6C22-D78F-4689-9FB2-17DC3BC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11B90-A544-4B03-9D21-BD3D6D2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CC26C-AE20-40CB-8577-D5D9FDA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4149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1CB19-35B9-41E6-8F2A-4D6FEC3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F654A-046B-4A75-8F70-5969D140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CD41-6128-4017-BC3A-1168641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E1342-D381-4454-9725-2DEB4DD1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F7AB3-14A8-4A28-B3F8-753C475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C1C72-BD76-4F40-9A0A-37B4838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0AD73-AFD1-483A-96B7-929C31B1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Machine à contenus multiformats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30EE5-EC0C-4DAD-95D1-0C8042E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BAB4C-F9FE-45E2-B92A-149361C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ralentissent dès qu’il faut décliner un message sur plusieurs supports.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880D7-C9AF-4FAB-A97D-BE29B8EB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57764-57A1-4306-B9CB-66C081C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cadre outillé permet de produire plus vite des contenus cohérents.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65282-38B5-42B5-91DB-5268ED3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9455A-D51D-42E5-93C5-14A2C2F8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mise en campagne ; volume d’assets produits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76766-9F2D-4BFA-BAE6-6885B10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5E6C9-CD82-40BE-AE29-F996491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B7903-277D-41BA-8C99-FD81E8A4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audience et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F3F79-1AAD-4753-8F19-554018B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8C3CF-82DC-4690-B60D-8F392663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d’audience existent mais servent peu à adapter les messages.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AEAC0-AA02-472B-A49F-167AC229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CF2C7-5FA1-4598-A612-E05DF18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reformuler les segments et à relier audiences, arguments et formats.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B4839-AFFD-42A8-B245-AF2E3B7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C1332-E181-4700-AA15-FBE3015C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d’engagement ; coût d’acquisition par segment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F20B7-1627-4D6A-BFBC-6D7A2AF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F4D5C-CF26-4B52-BD0E-18D28BB2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08641-2A20-4B4E-A9F5-BC9C18E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Copywriting et déclinaisons éditoriales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B7EEF-9DBC-4B5F-B79A-AF782C4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6E384-DF19-41EA-8C21-C8B4707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textes prennent du temps à écrire, tester et affiner.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2BD1C-CAF9-47B2-870F-53F2C49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D4D42-6630-40E4-AF3B-2737445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variantes plus rapides à tester sur plusieurs supports.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CC345-F750-4ED1-B3F4-C078B9FA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2B94B-F3D6-49A8-826F-52419A5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taux de clic ou conversion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E776F-081E-4BC8-9BA6-47E68A6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7F8CC7-455B-463C-A0D0-07DC01D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0357E-7A42-42B1-833C-B9843A2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performances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6CD42F-A6BB-4E20-B1F0-40D2B5C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6E8C60-DB30-437D-A857-376BE25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L’analyse des résultats reste artisanale et peu pédagogique.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B4D3A-A5C1-48DF-AB39-A4E3CEA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74A981-452B-4C44-91CC-0F4C5D0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performances sont résumées avec recommandations plus lisibles pour arbitrer.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DED30-DB5C-4282-89D8-936D3A0A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4412EB-C6B3-4422-A0D2-5A1F171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de décision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C52CB-E500-479B-8622-2660E03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EDE268-8913-4455-8FB7-7D70ACC9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078E12-EDE0-4C53-B955-B5E396E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5534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8E927-7C1F-4BEC-9A64-D53EFD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DB0C9-8A4A-47BB-883C-8E92BFA1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400E5-1590-4401-8CBF-C64DD1B1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B6BB9-D7FC-46FA-8410-0C0C272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C8EC-0F92-4D4C-ABB9-DBE5CA1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53E47-626F-4717-8DC0-30EF0DA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9A07E-1B31-40FA-BE3B-C1C29D04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Machine à contenus multiformats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3CF7-6EFA-4E6D-9D33-BE268B6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B8329-A490-45F8-AC3E-4A1709D5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ralentissent dès qu’il faut décliner un message sur plusieurs supports.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CEEFD-F121-4F47-B555-44D49C6B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F94CE-37F2-4A31-84D9-1DAE359D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cadre outillé permet de produire plus vite des contenus cohérents.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FF433-F8CF-4BAD-8928-086E7386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B6843-1F04-4A60-9002-536F282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mise en campagne ; volume d’assets produits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2F99E-B3DF-49DB-AF84-A66E9F7A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27265-D6A9-4E01-A35A-22CF20B4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A0CBF-F034-4C13-BB9A-7C8757B4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audience et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4DDB8-641B-4B72-8CAE-4BABC42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045C-86F1-404F-8530-1FF8EC4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d’audience existent mais servent peu à adapter les messages.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F7CE9-BAAB-47DE-939B-24886D9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82012-BE39-4093-B6F2-B4E2DC3D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reformuler les segments et à relier audiences, arguments et formats.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15ACB-DFCF-4CF1-ABDF-AC2A757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1C297-5A22-4223-9D2F-6B6C952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Taux d’engagement ; coût d’acquisition par segment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06C72-CFDA-411C-A503-383DBBB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0462F-C1DD-401E-8810-A60F8694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3A630-D685-40A3-ABDD-041CEE1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6B4DE-D518-49AD-B4EE-719511A3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A921A-726B-41B3-A4B0-BCDFB5EE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3126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A6A07-574D-4431-87C5-FADC056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33FCA-141B-4687-B01E-AD25B377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141FB-56CE-42FF-8705-47DD168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69B5B-3301-4562-A4C6-6ACEC71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0BB8B-92DD-43CB-A2E2-732BDAD2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DEEEC-1D6D-4EB8-8A79-6AB7F07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48ED1-EC58-4E6F-8CDB-D0CD4715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67478-68D9-4A9C-9603-A9FAEDE0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66A4D-805D-44A3-938C-04F4E6D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773FE-E8E5-47CF-AF1A-DA21D15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Contenu Marketing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0ACEC-765A-4A05-8B71-5FEA91E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2B01E-9D8B-4B2B-9CDD-9E3CC05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AD30D-30DE-4354-8578-A3B21FF0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8B70C-22AA-4C30-BEDB-67D3D9D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Copywriting IA : Rédiger des Textes qui Convertissent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47F35-D9E5-4B79-9F0F-DC15076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DE983-2491-4FEF-9A38-AC1BB2B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F61EE-BEFE-4E90-B1E7-31ACF58D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D5036-AB3F-435D-B3A8-D9E8BCB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Social Media Management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7F18F-4C23-44A3-9269-B7F2C4B9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E09F7-8A66-4739-A51E-66BA2340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51B5B-199B-460D-878F-554BD87C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3DAD1-9788-472D-BB8B-BD8F21E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d'Audience et Segmentation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9C32F-B46F-4153-B094-1784BA0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BBF06-13D5-445B-9D57-A1D2500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D2AAA-2CA5-488E-80C0-798F599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8D576-B8B2-4ED8-9F4E-13CE2EB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Visualisation de Données avec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97EB9-4666-4F95-94C8-0CE50A8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902E2-6173-413E-8759-BA854E2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4D7E9C-74C2-4074-A1E5-4210AE97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AC22D-F909-4C25-94A6-D518693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Professionnelle &amp;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9E2F6-DB40-4387-A2B5-A3A4A1B4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FD7F0-AD98-4F86-ACFF-5A65742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E165C-1FAA-4FF9-BC51-A34ADE2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éditorial IA qui protège la ligne de marque.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Outiller les équipes pour produire et corriger plus vite les contenus.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segmentation, production et reporting dans une logique de performance.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de l’IA un levier de vitesse et de pilotage, pas un simple gadget.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EC43F-7B18-49B0-89EB-FCA05DE8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B35B87-7257-448F-B4CE-745057C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D52E07-FD2C-4B35-A634-8274DD0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3231F-D7FC-49DC-AA4E-7B723534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1FADC1-33C3-43D0-A068-50A059D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87081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CA0CB-516E-4CA1-A269-FDE202B7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6F328-4F17-48C9-AB4E-59F419D8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45CBA-E491-4AEE-AF70-DC4D2608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F43BE-5588-412E-ABBB-990D337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7B7B1-AAE9-490D-9314-11066C2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87E0E-B82C-42DA-89A7-C335C29D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515C3-8AC0-49A9-A7C1-90E93488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BEBEB-F7E4-49B3-BF82-9EFD7A6B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1C1F9-2946-4BC8-8C0E-B80CF81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FCA49-9506-4408-A699-2F9329FE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BFDDC-1B02-4C08-902D-CC6B179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987E8-9995-403D-8E30-A90C222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0C491-E05F-4847-8A28-76C69FC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E3B42-B67B-4CCA-BD82-63504C77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3E586-7F0C-43CD-A6F2-C24D628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7BAD4-B990-419B-A1A0-FC1695A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DCAA4-1BE6-4D1E-A37F-E143BE0F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D77CA-B1A5-4433-9CE7-1A34E03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CB62E-53C7-40B5-ADEE-86AA1D8D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293F8-774E-4CC8-9C39-B2DBA6D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055EF-DE83-4FE1-865D-2C60A208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980F6-1604-4845-856A-68E73273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2153E-79AA-4ED3-B8F6-5B7B298C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A5827-F2A2-441C-BEED-1BB7C8A8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50256-2CC5-4D48-8584-F4FAB8B4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5EA3E-29AF-423A-85D0-9F0B5DD3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46FA8-4E76-4C19-9D07-A8EDB75B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DD853-C493-4DF5-BADE-F492FA0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509AB-1A5B-4881-BEDB-6A8E5F6D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3C230-6F4C-46C8-8616-DF57DAAF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4690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6F741-1AAE-4E36-9AA4-2D61E594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E12A-A7BB-4A67-ADBB-438194A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79C61-5349-4BCA-9EE9-53321F9B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médias &amp; communication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05FAF-1BA0-4511-A872-59C9C1D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EF822-555A-4B5F-8799-6933955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57843-1F35-4F8E-8159-5D0510C3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BD740-5F3B-4B47-B9EE-4ECDA08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86B4D-741E-4BCF-9429-640BE28C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Médias &amp;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1C884-E700-40B4-9766-B6D4348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2686-4795-40C7-A237-440468A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224EE-FFB1-4282-BF7E-B1EF3B2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1B733-A3C1-4EF9-870A-1F556784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0A6A7-6D90-43CE-8EBB-F8EEBD3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C74D8-6C40-49D2-9173-4746640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E8629-7551-4902-8757-A021D697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6F77F-CABC-44D9-BC16-B6633A5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F77DC-E478-41D2-83B6-E4532CF8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BE9BC-F991-4346-8ECD-A535CF4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A8E2-845D-4578-9484-79C4494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A248C-4912-4949-92F9-89BFEEC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05D2E-6A81-4E78-90FE-0B020E71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CEAE1-4A5F-482D-BCB2-D6840206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ED0D2-E2DB-4C83-8658-D2A4B74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07676-8682-4AFA-8F86-28B17697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5D6D9-DC89-45EC-AB50-1A13839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AA78B-4236-4016-8D89-A485043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2B672-0E9D-48E7-9B66-AEF8BD5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8860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200A6-0501-4CEB-B7EC-ABC22CFF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DB95A-D4C7-4CAC-B08C-2CAA02F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73cb5a86f4b55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08E9-654A-4025-AF9B-7D26943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87B0B-598E-4AEA-9F2A-D905C2B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42CF6-3454-4D23-8F14-2080577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D04D2-01A2-4653-BF67-F029A24B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DCC7-032B-46AA-81EC-CA45AC5C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C2387-C897-4199-884C-981B00AB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7B933-8775-4AF8-B52C-454EC04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F19FF-F94A-4187-8810-873BDD2A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5B917-42B0-4F93-B677-EA15B3E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61237-9002-4A39-8916-E7526B7F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8AA14-AA51-41B9-A159-936939D2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EBA79-CE21-48A0-85E7-F62B3C0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F5D8E-1FDE-4EDF-A638-A0484E9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7C1CE-A806-401D-824B-B04A0AC7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EED3B-9FBE-470D-BDCD-0A2702B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audiovisuels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92774-59B0-4D49-8840-0C166A4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DFABE-0337-454C-AFD6-270A0826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digitaux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0FDB7-C8B0-4D7B-BF4B-C0ED7876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CC759-EC85-4654-8540-FFCB9479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9E371-F8F6-4292-9AE2-3381C625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EF802-8A0E-4EEF-ADEC-34DE6F3E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Médias &amp; Communication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3466C-1D2E-4F94-8D21-782089DF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1267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2026-06-13T00:11:01.7380000Z</dcterms:created>
  <dcterms:modified xsi:type="dcterms:W3CDTF">2026-06-13T00:11:01.7380000Z</dcterms:modified>
</coreProperties>
</file>