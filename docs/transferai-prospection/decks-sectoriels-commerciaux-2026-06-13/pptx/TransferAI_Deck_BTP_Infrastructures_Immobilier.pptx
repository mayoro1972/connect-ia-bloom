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623b976524e01" /><Relationship Type="http://schemas.openxmlformats.org/officeDocument/2006/relationships/extended-properties" Target="/docProps/app.xml" Id="Rf714ad82cbfa4001" /><Relationship Type="http://schemas.openxmlformats.org/officeDocument/2006/relationships/officeDocument" Target="/ppt/presentation.xml" Id="R616c88f15ec5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290c6aca94ef4"/>
  </p:sldMasterIdLst>
  <p:notesMasterIdLst>
    <p:notesMasterId xmlns:r="http://schemas.openxmlformats.org/officeDocument/2006/relationships" r:id="R99340d0d6216474b"/>
  </p:notesMasterIdLst>
  <p:sldIdLst>
    <p:sldId xmlns:r="http://schemas.openxmlformats.org/officeDocument/2006/relationships" id="256" r:id="R0c03300fe36e41b3"/>
    <p:sldId xmlns:r="http://schemas.openxmlformats.org/officeDocument/2006/relationships" id="257" r:id="R4d49b9a4a962403c"/>
    <p:sldId xmlns:r="http://schemas.openxmlformats.org/officeDocument/2006/relationships" id="258" r:id="R64183882e47340d3"/>
    <p:sldId xmlns:r="http://schemas.openxmlformats.org/officeDocument/2006/relationships" id="259" r:id="Raf75dc7e233a4848"/>
    <p:sldId xmlns:r="http://schemas.openxmlformats.org/officeDocument/2006/relationships" id="260" r:id="R22647de212f54f2f"/>
    <p:sldId xmlns:r="http://schemas.openxmlformats.org/officeDocument/2006/relationships" id="261" r:id="R84939cd87fa545cb"/>
    <p:sldId xmlns:r="http://schemas.openxmlformats.org/officeDocument/2006/relationships" id="262" r:id="R2af9f79d7b584b64"/>
    <p:sldId xmlns:r="http://schemas.openxmlformats.org/officeDocument/2006/relationships" id="263" r:id="Rd454123dec0b44d2"/>
    <p:sldId xmlns:r="http://schemas.openxmlformats.org/officeDocument/2006/relationships" id="264" r:id="R404be456503d4420"/>
    <p:sldId xmlns:r="http://schemas.openxmlformats.org/officeDocument/2006/relationships" id="265" r:id="R5686eb23a3d74d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d04aef7ab045ec" /><Relationship Type="http://schemas.openxmlformats.org/officeDocument/2006/relationships/slideMaster" Target="/ppt/slideMasters/slideMaster1.xml" Id="Rc56290c6aca94ef4" /><Relationship Type="http://schemas.openxmlformats.org/officeDocument/2006/relationships/notesMaster" Target="/ppt/notesMasters/notesMaster1.xml" Id="R99340d0d6216474b" /><Relationship Type="http://schemas.openxmlformats.org/officeDocument/2006/relationships/presProps" Target="/ppt/presProps.xml" Id="R295f8d804cb24a29" /><Relationship Type="http://schemas.openxmlformats.org/officeDocument/2006/relationships/viewProps" Target="/ppt/viewProps.xml" Id="Recf7d849e4d54b47" /><Relationship Type="http://schemas.openxmlformats.org/officeDocument/2006/relationships/tableStyles" Target="/ppt/tableStyles.xml" Id="R45d27d89911348c2" /><Relationship Type="http://schemas.openxmlformats.org/officeDocument/2006/relationships/slide" Target="/ppt/slides/slide1.xml" Id="R0c03300fe36e41b3" /><Relationship Type="http://schemas.openxmlformats.org/officeDocument/2006/relationships/slide" Target="/ppt/slides/slide2.xml" Id="R4d49b9a4a962403c" /><Relationship Type="http://schemas.openxmlformats.org/officeDocument/2006/relationships/slide" Target="/ppt/slides/slide3.xml" Id="R64183882e47340d3" /><Relationship Type="http://schemas.openxmlformats.org/officeDocument/2006/relationships/slide" Target="/ppt/slides/slide4.xml" Id="Raf75dc7e233a4848" /><Relationship Type="http://schemas.openxmlformats.org/officeDocument/2006/relationships/slide" Target="/ppt/slides/slide5.xml" Id="R22647de212f54f2f" /><Relationship Type="http://schemas.openxmlformats.org/officeDocument/2006/relationships/slide" Target="/ppt/slides/slide6.xml" Id="R84939cd87fa545cb" /><Relationship Type="http://schemas.openxmlformats.org/officeDocument/2006/relationships/slide" Target="/ppt/slides/slide7.xml" Id="R2af9f79d7b584b64" /><Relationship Type="http://schemas.openxmlformats.org/officeDocument/2006/relationships/slide" Target="/ppt/slides/slide8.xml" Id="Rd454123dec0b44d2" /><Relationship Type="http://schemas.openxmlformats.org/officeDocument/2006/relationships/slide" Target="/ppt/slides/slide9.xml" Id="R404be456503d4420" /><Relationship Type="http://schemas.openxmlformats.org/officeDocument/2006/relationships/slide" Target="/ppt/slides/slide10.xml" Id="R5686eb23a3d74d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f0134bc83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2e2ca6faa4b2c" /><Relationship Type="http://schemas.openxmlformats.org/officeDocument/2006/relationships/notesMaster" Target="/ppt/notesMasters/notesMaster1.xml" Id="R05a06fc6378342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60ca0164f74892" /><Relationship Type="http://schemas.openxmlformats.org/officeDocument/2006/relationships/notesMaster" Target="/ppt/notesMasters/notesMaster1.xml" Id="R46f4c38f8c8f4a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94129b27034327" /><Relationship Type="http://schemas.openxmlformats.org/officeDocument/2006/relationships/notesMaster" Target="/ppt/notesMasters/notesMaster1.xml" Id="Ra1ae9cb601e84c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bc360cbf5347d4" /><Relationship Type="http://schemas.openxmlformats.org/officeDocument/2006/relationships/notesMaster" Target="/ppt/notesMasters/notesMaster1.xml" Id="R7367f211b251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86d2de9a174025" /><Relationship Type="http://schemas.openxmlformats.org/officeDocument/2006/relationships/notesMaster" Target="/ppt/notesMasters/notesMaster1.xml" Id="R4ba3240baeb543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e0f27e00e4bbd" /><Relationship Type="http://schemas.openxmlformats.org/officeDocument/2006/relationships/notesMaster" Target="/ppt/notesMasters/notesMaster1.xml" Id="R953317e467f449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998f1da3b8478e" /><Relationship Type="http://schemas.openxmlformats.org/officeDocument/2006/relationships/notesMaster" Target="/ppt/notesMasters/notesMaster1.xml" Id="R01525972c53a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d99699c8194c5a" /><Relationship Type="http://schemas.openxmlformats.org/officeDocument/2006/relationships/notesMaster" Target="/ppt/notesMasters/notesMaster1.xml" Id="R12eda0ed819a41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2ce609b9494f0b" /><Relationship Type="http://schemas.openxmlformats.org/officeDocument/2006/relationships/notesMaster" Target="/ppt/notesMasters/notesMaster1.xml" Id="R3a1b280ef7c848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df9524123f4f6f" /><Relationship Type="http://schemas.openxmlformats.org/officeDocument/2006/relationships/notesMaster" Target="/ppt/notesMasters/notesMaster1.xml" Id="R1cd8b8679fe1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03c5a9cf743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9e859414d46a8" /><Relationship Type="http://schemas.openxmlformats.org/officeDocument/2006/relationships/slideLayout" Target="/ppt/slideLayouts/slideLayout1.xml" Id="Rc354f435fa194c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4f435fa19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e1494d5954d92" /><Relationship Type="http://schemas.openxmlformats.org/officeDocument/2006/relationships/image" Target="/ppt/media/image.png" Id="Rb36e8bd5ff184dd1" /><Relationship Type="http://schemas.openxmlformats.org/officeDocument/2006/relationships/notesSlide" Target="/ppt/notesSlides/notesSlide1.xml" Id="R1cc6ac7e849442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5ec4ecce45d7" /><Relationship Type="http://schemas.openxmlformats.org/officeDocument/2006/relationships/image" Target="/ppt/media/image2.png" Id="R7b4c4888eca343ad" /><Relationship Type="http://schemas.openxmlformats.org/officeDocument/2006/relationships/notesSlide" Target="/ppt/notesSlides/notesSlide2.xml" Id="Rc2ffbb30a993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0981e500b400c" /><Relationship Type="http://schemas.openxmlformats.org/officeDocument/2006/relationships/notesSlide" Target="/ppt/notesSlides/notesSlide3.xml" Id="Rb2ccdacbd0fe40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ae0c3ce744118" /><Relationship Type="http://schemas.openxmlformats.org/officeDocument/2006/relationships/notesSlide" Target="/ppt/notesSlides/notesSlide4.xml" Id="Rc27f81e71fe8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0206f663f4b51" /><Relationship Type="http://schemas.openxmlformats.org/officeDocument/2006/relationships/notesSlide" Target="/ppt/notesSlides/notesSlide5.xml" Id="R9f86c087906c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149483144f8f" /><Relationship Type="http://schemas.openxmlformats.org/officeDocument/2006/relationships/notesSlide" Target="/ppt/notesSlides/notesSlide6.xml" Id="R991d7331f4d74f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6d7141d6c4cde" /><Relationship Type="http://schemas.openxmlformats.org/officeDocument/2006/relationships/notesSlide" Target="/ppt/notesSlides/notesSlide7.xml" Id="Ref9789f97b62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90ae52eed4287" /><Relationship Type="http://schemas.openxmlformats.org/officeDocument/2006/relationships/notesSlide" Target="/ppt/notesSlides/notesSlide8.xml" Id="Rc172c5c4a57e43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ff4b84b174e8f" /><Relationship Type="http://schemas.openxmlformats.org/officeDocument/2006/relationships/notesSlide" Target="/ppt/notesSlides/notesSlide9.xml" Id="R49268eca32cd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8c8e595e8427a" /><Relationship Type="http://schemas.openxmlformats.org/officeDocument/2006/relationships/image" Target="/ppt/media/image3.png" Id="R52388a93aa314231" /><Relationship Type="http://schemas.openxmlformats.org/officeDocument/2006/relationships/notesSlide" Target="/ppt/notesSlides/notesSlide10.xml" Id="R8717d6c932374e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8823C-8B02-4B27-B56A-CE2299E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6BF60-2536-4950-AE8A-FC1AFE6A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1F344-2B1F-4645-A68B-CD5DFCF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9845A-CB27-42AB-A60B-90CF7E6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CE087-2642-479A-81CA-E3889547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e8bd5ff184dd1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2683A-3B03-49B4-8606-3C8D4ADE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57939-4BB5-461D-A920-CDB98212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BTP, Infrastructures &amp; Immobilier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F6855-4618-4224-B213-5324271F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Fluidifier la coordination projet, la documentation et le suivi terrain sans perdre la maîtrise d’exécution.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1CFD6-AE0E-45C4-9831-51FD49AD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du BTP, des infrastructures et de l’immobilier qui veulent transformer l’IA en meilleure préparation, meilleure coordination et meilleure lecture des chantiers et dossiers.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C2489-4BEC-4E86-875D-3685B00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1C3F1-A33C-4384-8FB8-8FABAD28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1EEB9-EE52-4E8D-829C-41DBF5BA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B1894-FBB6-4BE7-8E38-535418EA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355F8-1815-430C-89B5-35D87B78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7DBF1-EAFF-4314-9E1A-C613B65E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A1653-2DB0-4830-9DD0-A1E5C63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A3E6B-FEC6-4AE4-88A1-4AD122E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Concessions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A9D7F-EE9F-4658-BC17-7C873F8D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C33D5-D163-43DD-8608-0A1F757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TP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B07CB-876A-4CD4-AD46-764F7C30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5546-A922-4E60-A296-6B140700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Immobilier / Construction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E71C2-9FE2-473C-8F4A-3EFB9F5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F9468-6FEB-4846-AA4E-DA20180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67315-5D3E-4023-958E-99AD0A18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F2094-AADA-4657-BFDA-BE37C529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B03FE-C8DB-445D-A0CC-AD7200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22B23-1556-4689-9F05-BA6962C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619F9-0147-44D8-B683-B025CF7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F5899-79FE-4962-803E-3118AEB7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680CB-D506-4769-B773-BC290927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5AA88-A262-4AD0-B4D0-944867C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A3BDE-544B-453B-871F-A4D3553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0AF06-AFE5-4A5A-ACC0-140689FE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809027-1831-4CC1-B7D4-5204EA6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0DCA96-ABE6-41C7-AB37-90CE5EC8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A986DD-8F0F-4276-BD4E-AE05FDB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5FFB8-EE3F-4B35-A5D2-D235FBFC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A14E8F-7AF1-4B5A-8683-F808C107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26C6E1-E703-4929-A329-AE66CFB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5272D-8964-4DE4-BECF-77673F9F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AC70E9-C913-4A0F-BCBE-6F70483B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456533-2F33-41F9-8E78-5638A8F7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0498FA-33D3-435B-A44F-7CCE864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7643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84B40-848B-482F-90D0-F600925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E3DA5-0297-4117-BC97-E8A290BB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BEF7-4859-43F3-BDDD-BB69C2B9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btp, infrastructures &amp; immobilier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3C13-64AC-4B83-8291-0DD5A916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secteur gagne lorsque la documentation, les suivis, les comptes rendus et la coordination de chantier deviennent plus lisibles et plus rapides à faire circuler.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CCED0-589F-4D81-82F1-313B0C2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c4888eca343ad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A32F6-AB4E-4F3F-B734-5A8CD4A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F82D8-A464-4542-B747-15C7DFE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96541-30F1-46C1-9784-3DB86CB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9E045-F9C8-4855-87C0-760F58B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2A394-6006-44D6-B391-5D8A50A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2D2A7-6A24-4D1F-A852-8E4863A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D1404-A2DD-41FB-B8B3-CA194E3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CB005-3147-4057-B49A-AAA695A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9A90B-F326-44B3-9CCD-56E58766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23CCC-E97B-494B-B005-04741AF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Concessions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39255-C763-4674-A873-0DF73989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CA87A-3606-43CE-B885-0D840C7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TP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58DB6-6499-492C-BBA8-68863AF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8CBD0-0084-49DE-BBBC-685707C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Immobilier / Construction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DBDEF-62C5-462F-B430-B5F6B56E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39F31-5556-4D68-8332-AAC72370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Immobilier / Promotion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DCEEA-52C3-43C0-9C90-CABBB400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5333F-F1BC-415C-BAB8-F967EC1C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1FF95-FB91-42AF-8957-580B095A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F9382-942B-4554-8300-D9818EF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6FDD7-0088-45A9-8401-7631572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63AA0-1255-43D0-8376-F94717F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638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1C493-F5CA-402C-9D2F-E5185112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D7F63-6DE4-42E2-9C98-E05DADF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9EC1B-B8A8-46ED-AE85-34C17906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3DE44-6000-4A0A-988E-DDEA217F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38AAB-7EA4-4EA6-ADED-3EB0630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6C37D-769D-4B74-9113-8AE6B8A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1DCE7-BD5B-4F17-9848-01C7C997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chantier complexe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73ED4-16BF-4BEF-A4DD-58FD7E50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8D6F5-1EFD-41B0-B344-04A6AEE9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informations utiles sont dispersées entre site, bureau d’études, direction projet et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8E22D-A5BC-414B-A61A-A420B633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337AB-4466-4A0F-A261-13D6B92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briefs et synthèses améliorent la circulation des décisions et points de vigilance.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5DE3A-9420-43D6-BFE1-183528EE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5B53A-B923-4032-8F2A-5628CA0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9749A-BBB2-4394-8472-5ACD619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lourde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C36D-EB2C-410D-A203-F21CB52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3CF3E-AFAE-4E40-9F3A-6E47AB2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Rapports, comptes rendus, visas, supports et dossiers consomment beaucoup de temps.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54770-D234-4B8D-8231-CE7F335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E854E-4F82-4D39-B002-49879EDB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documents se préparent plus vite avec des formats plus homogènes.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A85DC-E0E8-49D6-BBAF-B7A3C59A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2708E-6A5C-4F1C-BC2F-683ED80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857B4-768D-4E95-99B9-69BEADE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délais / coûts peu commenté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67576-0B30-4560-8A30-2CA1F9DC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53990-D592-4ED6-BCC4-08CDDD9F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indicateurs existent mais restent difficiles à raconter aux décideurs.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40B42-E021-46A1-A5BF-1F6D810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42912-E88F-4017-8ED6-E29F07C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tableaux gagnent en commentaires et en capacité d’alerte.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11DDE-E715-414D-8C42-A8A9AADB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7B01F-7DD1-4D15-BF24-2F0F14D7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F0DDE-01EC-4B34-BF18-213BAC62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Transfert de connaissances fragile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5D25C-F3DF-4BE5-8EC5-AF99D795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CBFB8-BABD-4DAE-978B-415E5EF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bonnes pratiques restent dans quelques équipes ou chefs de projet.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17586-B093-4486-81C3-F097851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14BB5-4156-4060-9524-DE4E3FCB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méthodes et standards deviennent plus partageables et plus durables.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0AAB4-50CA-4896-8133-D7E520D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B05788-8F2C-4EEC-8EE7-E3AB561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F3D1D-ED53-43A8-B435-FD17EF7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0120D-7973-4FE8-AEEB-18CEF987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1D9FD-9146-470C-AE04-F41295AA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396DEC-4B2F-4EC4-AE59-ABD8B55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81315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12813-C265-49D1-B61D-D8AFE3FF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7BB42-24CC-4FD8-B526-8F4F165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9F82-E192-414F-ACC7-975A5A8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0319-6938-48B8-AC0C-87D5EB2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98A48-8ED1-4225-83E8-B0121E3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199EB-10AB-4542-9BD5-BD85D9C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de coordination réduit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15774-C5E1-4AC2-BEA5-995215B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dossiers et chantiers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9DDA6-D801-4AA3-8B2F-0BCA709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briefs, comptes rendus, arbitrages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D9D8A-104E-43B4-B9CB-E2DAAAE5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399B8-0F62-4C68-89C3-3A8A4DB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Documents plus homogènes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2729F-CF3B-4154-9629-D45A4D9B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projets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BCFEF-03D8-467F-ABEA-D04D831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rapports, supports, suivis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4558C-4743-4689-A918-25D6031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940F5-121A-47D9-930E-DEB9BC5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Pilotage plus lisible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25D32-693A-457D-A069-DBEB89F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directions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6CCAD-8360-4BA4-B7DF-738D4EF5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délais, coûts, incidents, priorités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C41EE-1313-47EF-A999-2CBFE5D1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AF348-15D2-4B4B-864C-47C6D4E5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Capitalisation renforcée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550CA-4A59-482A-A14E-BB13BE96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projets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229BA-FA00-4020-86AB-F7CF1434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méthodes, modèles, retours d’expérience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32592-985F-4C10-85C7-2C8C76E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C0B9F-BF96-46D2-8133-AFCDEE40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8A4A1-7E11-4952-A4C2-87BCAE1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C15F7-2886-48CE-90E8-A231583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1E363-5D52-48B7-B44F-0FE8D07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83969-74AD-49C0-8408-109DAC9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09DC2-C63E-418C-8F56-72B7501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09395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AAFD0-E4F9-40B5-85FD-C65385F1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73502-2CDC-40E3-8527-D078959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A7872-AD55-414D-96E3-97D71484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7416E-4104-4C46-8328-ABC3C98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2B7AE-6EEB-4D2C-80E0-54D5697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FA96-08ED-4B5D-9F91-BCFC8BD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7136B-78FC-4E6A-BBE8-306D1980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chantier et coordination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FE99A-C439-40FE-B97E-772CA18E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90636-AC1D-415F-9A14-BF3FD5A6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peu hiérarchisées.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F7946-47BE-46DD-AEBF-D97DB94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6B076-825C-45DE-B299-18FBEE9D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critiques et arbitrages sont résumés plus clairement.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5B2E2-CF31-4505-A18A-B2FA923A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57FAA-8FF6-4FB6-A497-0835819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793E8-2318-4F73-9C0A-60263C4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17AA6-3AE1-43B9-B01D-86C5A4A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56B5F-3B39-4DA4-A6F0-497D755B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de comptes rendus et dossiers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AB5E6-1D4E-42E6-9F97-852E7960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4F160-EAA3-4655-AC83-5C70A51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sur des documents comparables.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D7691-097E-4BFB-90F7-0350C413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B2BCE-7835-4F40-A6FA-847EBEA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trames assistées accélèrent la production des livrables.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507C6-A27A-480E-9C07-5B18F962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E00DC-FA17-46F2-88AB-9F0EC37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validation premier jet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0471F-0B42-4BE2-9FE0-99B5FEB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F0C32-5DC4-4A98-B0A4-E4BF82E8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22D46-CB82-4D20-B91A-1EA52FCB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KPI délais / coûts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F640B-0E9C-45C3-85AD-4B13FE84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1727D-BA9D-453A-891F-CF8239CF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de suivi restent bruts pour les décideurs.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11FD9F-2053-4256-9516-D2956EDC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FF415-2E64-4A92-897E-6E31A12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tendances sont mieux expliqués pour arbitrage rapide.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C5B8C-6539-4668-90E2-6A5CA112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0A441-171A-4442-8DFB-44924BC1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de décision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97105-FE99-4AC0-A7D2-F6109B0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B2FA7-F678-4817-8963-1523EAF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28E69-4F67-47AC-80BE-70D20EA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de standards et retours d’expérience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E12A3-E908-4F27-B02E-A7D4BFD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2070B6-D2AA-4BC4-80C6-3B26CE18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bonnes pratiques sont peu capitalisées entre chantiers.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53F8B3-92EB-48B6-8BEE-BCAD9FE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2B774-B5FC-466D-B566-87E0EAE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retrouvent plus vite modèles, procédures et leçons utiles.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248E07-030A-4C18-9E3F-9500E3B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8E712E-EC7F-414A-8A78-6294B0A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réutilisation documentaire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7411FF-6EE8-4187-95BD-EF430D0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62CFD3-9E37-4F5F-A73D-41E004B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69E83E-7D07-442E-9E72-9C330A75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03176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A625CF-C998-4D73-83A6-91C6FE1B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EEA73-0CC4-4C2D-99A8-DB936AD6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CB224-509C-409C-8EAC-E7FA1E3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B2F37-D2E5-4168-9F2E-31733E2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66435-ACF9-4DD7-886E-BB3F9C8B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0851B-29C3-40CF-9219-2309A11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9904F-1F25-4F04-94C7-A3085408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chantier et coordination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015D3-9A8C-4288-8B4C-E40D35A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425FB-EE33-4266-9D3C-B676907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peu hiérarchisées.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79897-D2E6-4E03-ADDC-3608C9E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B3719-963D-4CAF-9A6C-DB8CDF7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critiques et arbitrages sont résumés plus clairement.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CCD4C-0683-4B79-9AE8-DA24A523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50D63-AA74-406B-AABE-0935339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A0C40-9A52-4740-8104-96145FC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C2384-D26E-4187-BA2A-03A641A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FC61E-38D9-4B0D-AC2A-C91C0980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de comptes rendus et dossiers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8E504-9534-46CA-AB1C-068CEE2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EAD4D-5CEF-4796-AAD8-35E4869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sur des documents comparables.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5CB04-E15E-4341-A4D8-EA6CCEF5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E75DA-26E7-4BF2-9DB6-DB65886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trames assistées accélèrent la production des livrables.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C6793-558A-4AD0-B730-9F419BC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08D27-2B39-4FC4-9E69-C4CE5957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rédaction ; taux de validation premier jet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68172-7884-4C97-995A-A87F532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C202B-EE7F-4C08-BDD8-18D17BF1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1D922-34D5-46F2-8555-C0C9988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CF3D8-39F6-48A5-99AA-A245808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4C896-3414-433A-8E88-E2BEE3CF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9169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B8E28-FCE8-41E9-9E38-52F8021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1A916-D245-4669-A950-553ADF4B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B8A97-56D5-4423-886C-BDFB45E8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1C1E4-AD8C-4D3F-8AEF-179F29A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C939C-7908-4DB0-B4C2-BFD64BF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45AC8-A99F-47B5-9244-C3E5D5F5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A4E83-A2D3-4237-88C7-8E1CB29A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8FE7C-3F7D-4B2E-8A7B-29909DF5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4818A-AB0D-4843-817C-D5FDBB7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E5F5-E060-47D7-BEA1-83BF1BF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Projets Augmentée par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A0782-CF19-4E3F-A755-35F54E99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1700B-587E-4BE4-88A0-73CA534E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E2FEC-101E-4323-B035-0A7922B6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076D5-1E6E-4939-A4DA-4E0149E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3AE4E-06A0-4FC5-AB38-47DDAB3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6722A-A94F-4FA8-A7DB-43534BD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73A3F-2831-4794-AB78-281F3CC0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6C033-FC9F-4F2C-86CB-434F8CAE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A760C-B754-4C1D-8D31-B4117348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ABD82-2336-4668-AD14-E6E2F07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7A001-6D50-422C-A9B9-1F0EF78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ED117-5E7C-4ACE-B7ED-5B561829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40BA7-B04A-4A41-B524-F351243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3B33E-FBC4-45BB-99CE-0C70783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E07EF-CE13-4D47-A9B5-6C5AFB47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B0EC6-5803-46F8-BC59-5D48B187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Automatisation Administrative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7654E-91BB-4B3E-957B-8731F8A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8E2D6-911E-4B51-9DAC-38CAB440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F00CD-A8D7-4FD9-854E-55940DB3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9CE91-4FD3-4D0D-ABEC-7111BB2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EB89F-12FD-446B-B714-B100B867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4D20F-0B28-4D0C-BDE3-6EE7B179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C0385E-49A4-43FC-B5BC-C7985024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Fluidifier la circulation de l’information projet et chantier.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documentaire sur des livrables récurrents.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KPI plus lisibles pour les décideurs non techniques.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capitaliser les standards et retours d’expérience.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3D860-AE6F-4FBF-A2E8-6C47E68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95672-6594-45AB-A130-E6BDC22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D55805-ED9B-42CA-9274-EB51B21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22D80D-3392-46C7-83DC-10BB045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1F3B8B-E299-4B1C-865C-57942D9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15895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6A9F3-3F12-4340-AC0E-FB79543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78A49-0736-48E3-94D1-04769C2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AC88-960F-4590-92F2-3F816B7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5BF7-5883-4B53-B110-2AD253E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04EB8-4B04-497E-8B72-CA6CCD44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34F36-4885-4B85-9D70-D24E672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07D5A-77E6-454E-A324-C11FD948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E02D4-A276-4FF2-846E-A07943C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D5742-7BD8-4FA5-ADEF-7531F1D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E1224-AB18-496F-88D7-AAEA7EE2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8143B-46A0-4A12-B7B9-2E4F843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F1593-E1E5-44B3-BEDD-5735AD5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66769-961F-4D2B-804E-147FF38E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9338E-FEE8-48BB-842B-BCC2439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FD999-0A13-46C4-BA19-F6B24B98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26AD0-73F6-4653-AD9A-D7D80A6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A126A-92E4-4519-AF76-6250D00D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A241B-5032-4131-B47E-F673BA7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5C7EE-CBDF-40B3-93CC-A4E4D66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9F3BB-4128-47FC-AF5F-D1BCCA5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5F243-3CE8-4DC6-B20B-7BAC2FC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A8126-2640-4263-9F59-FBE091A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D7F01-8C8B-4877-969C-DBBD12B5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52757-204F-4117-8B42-3937466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75965-3F63-4229-9092-3A19AA9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D213F-903D-4FBC-893C-48525D2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93BD2-6095-4514-B318-E8F496D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F99C5-3E9A-435A-A1AA-901788DF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618B6-4932-4485-B114-EF75650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D5E7AF-E3E2-49BA-A381-FBD7958D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47787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8E0C6-19FA-4A84-9FAF-6B460E57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3933C-FF72-4358-A813-11E14F9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068B9-EF65-4EDB-9C56-1CFD328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btp, infrastructures &amp; immobilier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FA46-2BCD-430E-B80A-F4AEA929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1565A-C5A4-43C9-9175-3AB5DB1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03D5-8808-43E7-AC70-A9BD92F2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BC2BA-7F38-4814-8DEF-1BE976DD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204D1-3600-4831-92F6-BCF616F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BTP, Infrastructures &amp; Immobilier.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CF213-D1EB-4F95-9C47-7097599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74C2B-DD70-4BC7-8445-87CB33CC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E21EA-1A26-497E-ADAD-D733805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906AE-938B-413C-9C74-B3FF95F9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1C65A-96FF-4D29-B267-44AFC4F7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CC9A-6CC0-4161-9E89-DE1F56B7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0DFAB-6F6F-4E8C-8677-656777FB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8F625-8997-4888-9347-23FB3965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BCE11-6422-442E-8C97-FBF4E1D5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82D94-21CC-4873-9FE9-152A6CA8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410A5-D342-4883-87FE-171E927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DF177-6C8D-4921-B743-8813742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429DB-3FD5-4D64-BCAD-DD02EA57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553D8-E47F-4172-8A48-0E4E0EE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224DA-A87F-407F-B15B-ADB21489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9C23A-75CB-4801-B7BA-CC0C380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C8806-685D-4FCF-A0E9-7D27903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E8ABD-32EB-4D23-BA18-603AD039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8566D-D05D-4A5A-AD5C-485F0FB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2177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58681-A98A-487C-8256-0AF72B5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C46DB-ED67-4237-A1BF-7AEE8628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88a93aa314231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F290F-C598-4897-B744-3796EA6E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0BD7A-5C49-47FB-8BBE-206569A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0875F-4186-4788-ABE5-D273E2CF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47D5A-0787-426E-B285-662204BA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1ED8-65D7-4C84-96AA-315FA77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91BD5-57C7-41AE-9169-FE9D30FD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8DCBE-BC09-4CEC-86FD-F842A60B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9D7F4-07CF-4BB2-93CA-72CD5E4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62A7E-AE6D-430F-90F7-3D372BA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6766-B219-41D6-BBB7-1646318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2777A-A381-4815-9C8F-477EA635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9DAC8-5E90-4C69-9C0C-11CDDA53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452C5-3D2A-4058-8946-EE9E7D1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0F476-9B57-4886-9998-0B58EFF4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E70F7-33E6-484A-AFFB-3C1D02EE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Routes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4432B-B28A-46A8-B5B7-88B8BB9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846BE-3809-435E-84A7-B2AFD189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Concessions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21ECA-5BCF-4EAC-8DB5-3A6537F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C5366-863E-44E9-A813-473C576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FE90C-C1B2-4CCB-B0F1-E8FA4F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FF5D2-1249-48A7-8E58-DA3387EA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BTP, Infrastructures &amp; Immobilier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0C7BF-AEB8-4132-8097-DD15F1C7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8960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2026-06-13T00:11:24.5030000Z</dcterms:created>
  <dcterms:modified xsi:type="dcterms:W3CDTF">2026-06-13T00:11:24.5030000Z</dcterms:modified>
</coreProperties>
</file>