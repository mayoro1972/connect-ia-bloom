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a2f48eb1114d7b" /><Relationship Type="http://schemas.openxmlformats.org/officeDocument/2006/relationships/extended-properties" Target="/docProps/app.xml" Id="R058ca754085f4771" /><Relationship Type="http://schemas.openxmlformats.org/officeDocument/2006/relationships/officeDocument" Target="/ppt/presentation.xml" Id="R634bb3d329d146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00e08525fc4cc0"/>
  </p:sldMasterIdLst>
  <p:notesMasterIdLst>
    <p:notesMasterId xmlns:r="http://schemas.openxmlformats.org/officeDocument/2006/relationships" r:id="Raf4baba55d294cb2"/>
  </p:notesMasterIdLst>
  <p:sldIdLst>
    <p:sldId xmlns:r="http://schemas.openxmlformats.org/officeDocument/2006/relationships" id="256" r:id="R738be65c06c4409d"/>
    <p:sldId xmlns:r="http://schemas.openxmlformats.org/officeDocument/2006/relationships" id="257" r:id="R9551b5cbb1884171"/>
    <p:sldId xmlns:r="http://schemas.openxmlformats.org/officeDocument/2006/relationships" id="258" r:id="Rd31b2cf5907c492e"/>
    <p:sldId xmlns:r="http://schemas.openxmlformats.org/officeDocument/2006/relationships" id="259" r:id="Re6159ca3e0054059"/>
    <p:sldId xmlns:r="http://schemas.openxmlformats.org/officeDocument/2006/relationships" id="260" r:id="Rca38a43faf674a69"/>
    <p:sldId xmlns:r="http://schemas.openxmlformats.org/officeDocument/2006/relationships" id="261" r:id="Rd6a364f3c69f46b5"/>
    <p:sldId xmlns:r="http://schemas.openxmlformats.org/officeDocument/2006/relationships" id="262" r:id="Rd70218d185a44b64"/>
    <p:sldId xmlns:r="http://schemas.openxmlformats.org/officeDocument/2006/relationships" id="263" r:id="R6eefdee01a814df2"/>
    <p:sldId xmlns:r="http://schemas.openxmlformats.org/officeDocument/2006/relationships" id="264" r:id="R11108221977b4688"/>
    <p:sldId xmlns:r="http://schemas.openxmlformats.org/officeDocument/2006/relationships" id="265" r:id="Rbd33bf1da0104c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fcca1d337a4162" /><Relationship Type="http://schemas.openxmlformats.org/officeDocument/2006/relationships/slideMaster" Target="/ppt/slideMasters/slideMaster1.xml" Id="Rd300e08525fc4cc0" /><Relationship Type="http://schemas.openxmlformats.org/officeDocument/2006/relationships/notesMaster" Target="/ppt/notesMasters/notesMaster1.xml" Id="Raf4baba55d294cb2" /><Relationship Type="http://schemas.openxmlformats.org/officeDocument/2006/relationships/presProps" Target="/ppt/presProps.xml" Id="R57c056dd69b3495b" /><Relationship Type="http://schemas.openxmlformats.org/officeDocument/2006/relationships/viewProps" Target="/ppt/viewProps.xml" Id="R56b188d6c4244c71" /><Relationship Type="http://schemas.openxmlformats.org/officeDocument/2006/relationships/tableStyles" Target="/ppt/tableStyles.xml" Id="Rad84df43accd4b71" /><Relationship Type="http://schemas.openxmlformats.org/officeDocument/2006/relationships/slide" Target="/ppt/slides/slide1.xml" Id="R738be65c06c4409d" /><Relationship Type="http://schemas.openxmlformats.org/officeDocument/2006/relationships/slide" Target="/ppt/slides/slide2.xml" Id="R9551b5cbb1884171" /><Relationship Type="http://schemas.openxmlformats.org/officeDocument/2006/relationships/slide" Target="/ppt/slides/slide3.xml" Id="Rd31b2cf5907c492e" /><Relationship Type="http://schemas.openxmlformats.org/officeDocument/2006/relationships/slide" Target="/ppt/slides/slide4.xml" Id="Re6159ca3e0054059" /><Relationship Type="http://schemas.openxmlformats.org/officeDocument/2006/relationships/slide" Target="/ppt/slides/slide5.xml" Id="Rca38a43faf674a69" /><Relationship Type="http://schemas.openxmlformats.org/officeDocument/2006/relationships/slide" Target="/ppt/slides/slide6.xml" Id="Rd6a364f3c69f46b5" /><Relationship Type="http://schemas.openxmlformats.org/officeDocument/2006/relationships/slide" Target="/ppt/slides/slide7.xml" Id="Rd70218d185a44b64" /><Relationship Type="http://schemas.openxmlformats.org/officeDocument/2006/relationships/slide" Target="/ppt/slides/slide8.xml" Id="R6eefdee01a814df2" /><Relationship Type="http://schemas.openxmlformats.org/officeDocument/2006/relationships/slide" Target="/ppt/slides/slide9.xml" Id="R11108221977b4688" /><Relationship Type="http://schemas.openxmlformats.org/officeDocument/2006/relationships/slide" Target="/ppt/slides/slide10.xml" Id="Rbd33bf1da0104c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876a7a3de94a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21d958be5345ca" /><Relationship Type="http://schemas.openxmlformats.org/officeDocument/2006/relationships/notesMaster" Target="/ppt/notesMasters/notesMaster1.xml" Id="R6dbfee20c9d647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06ea39111849e7" /><Relationship Type="http://schemas.openxmlformats.org/officeDocument/2006/relationships/notesMaster" Target="/ppt/notesMasters/notesMaster1.xml" Id="R0a0a79cb194f4d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2181462db4547" /><Relationship Type="http://schemas.openxmlformats.org/officeDocument/2006/relationships/notesMaster" Target="/ppt/notesMasters/notesMaster1.xml" Id="Re6a6f886b03b4f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3aa47a3b2b4c89" /><Relationship Type="http://schemas.openxmlformats.org/officeDocument/2006/relationships/notesMaster" Target="/ppt/notesMasters/notesMaster1.xml" Id="R398651df0e4f40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c65da4c22b48dd" /><Relationship Type="http://schemas.openxmlformats.org/officeDocument/2006/relationships/notesMaster" Target="/ppt/notesMasters/notesMaster1.xml" Id="R0a85da62ab8240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b0f3a4c3504806" /><Relationship Type="http://schemas.openxmlformats.org/officeDocument/2006/relationships/notesMaster" Target="/ppt/notesMasters/notesMaster1.xml" Id="R05197ccdea3144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e5120bd2624e49" /><Relationship Type="http://schemas.openxmlformats.org/officeDocument/2006/relationships/notesMaster" Target="/ppt/notesMasters/notesMaster1.xml" Id="R4ec6a2f75fd344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8773ab01dd472a" /><Relationship Type="http://schemas.openxmlformats.org/officeDocument/2006/relationships/notesMaster" Target="/ppt/notesMasters/notesMaster1.xml" Id="Re5f358b647fe4c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30307548254951" /><Relationship Type="http://schemas.openxmlformats.org/officeDocument/2006/relationships/notesMaster" Target="/ppt/notesMasters/notesMaster1.xml" Id="R344591c744154d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8b66c44af14c68" /><Relationship Type="http://schemas.openxmlformats.org/officeDocument/2006/relationships/notesMaster" Target="/ppt/notesMasters/notesMaster1.xml" Id="Rb313c6c4a40342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75ca7ed0e4a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5d7138ddfc4ee7" /><Relationship Type="http://schemas.openxmlformats.org/officeDocument/2006/relationships/slideLayout" Target="/ppt/slideLayouts/slideLayout1.xml" Id="Rfc042734b7084a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042734b7084a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3b3a8a95e4678" /><Relationship Type="http://schemas.openxmlformats.org/officeDocument/2006/relationships/image" Target="/ppt/media/image.png" Id="R682b5aa876d743ba" /><Relationship Type="http://schemas.openxmlformats.org/officeDocument/2006/relationships/notesSlide" Target="/ppt/notesSlides/notesSlide1.xml" Id="R3700a27c76a14d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9e619d9e54bbe" /><Relationship Type="http://schemas.openxmlformats.org/officeDocument/2006/relationships/image" Target="/ppt/media/image2.png" Id="R18cd0affb56a458a" /><Relationship Type="http://schemas.openxmlformats.org/officeDocument/2006/relationships/notesSlide" Target="/ppt/notesSlides/notesSlide2.xml" Id="R4d3e5680358b40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765822f9047f5" /><Relationship Type="http://schemas.openxmlformats.org/officeDocument/2006/relationships/notesSlide" Target="/ppt/notesSlides/notesSlide3.xml" Id="R3074a6eefabf42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ea52a6d2e46e7" /><Relationship Type="http://schemas.openxmlformats.org/officeDocument/2006/relationships/notesSlide" Target="/ppt/notesSlides/notesSlide4.xml" Id="Rdc457b94a5c14a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19148954d4260" /><Relationship Type="http://schemas.openxmlformats.org/officeDocument/2006/relationships/notesSlide" Target="/ppt/notesSlides/notesSlide5.xml" Id="R2a419df2394642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0b076b5fb4e8e" /><Relationship Type="http://schemas.openxmlformats.org/officeDocument/2006/relationships/notesSlide" Target="/ppt/notesSlides/notesSlide6.xml" Id="R3e9c26b634d349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469eac77546d2" /><Relationship Type="http://schemas.openxmlformats.org/officeDocument/2006/relationships/notesSlide" Target="/ppt/notesSlides/notesSlide7.xml" Id="R016b18500f6d49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ada20174542e1" /><Relationship Type="http://schemas.openxmlformats.org/officeDocument/2006/relationships/notesSlide" Target="/ppt/notesSlides/notesSlide8.xml" Id="R049259a174e1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1031faae74944" /><Relationship Type="http://schemas.openxmlformats.org/officeDocument/2006/relationships/notesSlide" Target="/ppt/notesSlides/notesSlide9.xml" Id="R7502738ce7fa4c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1ed43d9d84d23" /><Relationship Type="http://schemas.openxmlformats.org/officeDocument/2006/relationships/image" Target="/ppt/media/image3.png" Id="R6afdbf8835644652" /><Relationship Type="http://schemas.openxmlformats.org/officeDocument/2006/relationships/notesSlide" Target="/ppt/notesSlides/notesSlide10.xml" Id="Rd4c09f6cfff249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01EDAB-3205-4991-9E5C-2E7B9EEC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D06AB-81B6-4BC2-B8B1-FA739CBC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DDB91-D665-4298-913F-9EC69234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C0600-5053-4505-8356-17C6B114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A2FD0-45E9-405F-92A2-60A9CD8D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b5aa876d743ba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994CE-948B-4206-874E-1ED1915F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D63F1-3C95-4C5E-BDCB-C5160EDD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Assurance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EB170-B527-4D93-A22A-ED5CFF72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Réduire les délais de traitement, mieux fiabiliser la conformité et mieux exploiter les dossiers clients.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8CD84-5A2C-4E30-B6E7-5D7A4B8B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compagnies d’assurance et directions métiers qui veulent transformer l’IA en gains de cycle, qualité documentaire et meilleure lecture des sinistres, contrats et contrôles.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696AF-4F35-41B1-B7D5-E2389DCF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68930-F0E4-4789-BE8C-B5B326B6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9D76A-60FF-45DE-856F-2397E96D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B5702-CE27-4B26-B86E-B42AB1E2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0ECAC-B794-4B76-979E-CF08BFF4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B7329-D451-4471-BA81-27A77E7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D44D3C-A65D-4AAF-83CA-EEF919A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8284D-40C7-4FEA-9AE8-6E484176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Retraite / Protection sociale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19822-3C18-471E-B8F6-27305712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256D8-0F99-4AD9-8BF6-99BF810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Protection sociale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34737-D908-4464-B31F-092F90DA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F7245-A780-470C-806E-A9A79253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EEF77A-A75A-41F9-95E7-239CDC4A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86617-C08A-4406-B5DD-F55613D4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169FC-480A-4D26-AE4B-43A8713A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34E9C-BF26-4791-BAD0-9FEC034A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F7A65F-3F2F-4D81-A4C1-04C9A2E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07B2D5-32A6-42E7-A650-787B2FF3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F77E6A-0F04-4EC4-9EBC-EF8697AF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B8CB12-F76B-45E0-8DA5-2D1564E8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94124-AD80-4E8D-825F-64A817EA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AEACD-A912-4524-9693-E4628EB1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92A20C-434D-4EAC-94AD-6B2363DA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174574-6768-4E3D-845A-99B20575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3158B2-110D-4AC8-9C35-BFDC4E9B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0767F-7234-419D-AB09-FA10D0B5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A2F277-374F-4E3E-A6FD-7A643AB7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67FC03-7108-464C-983B-D98FF94B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649E9B-E1F9-4E55-B5CE-66734F70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7A689E-421F-4542-B2C1-8AE8D4ED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98D965-C838-4895-9081-6522F12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Assurance | Deck sectoriel premium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58D267-C716-4B03-9150-20A68649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96593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96C015-BFE3-491C-A264-9957AB3C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F434D-AA4D-4A81-84C8-A44DB9D8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1A172-EEDB-45F0-8600-4213AF53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assurance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093BD-DC3C-4434-A9B8-5B7DCE86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Dans l’assurance, l’IA devient utile quand elle réduit les délais de lecture, d’analyse et de réponse tout en renforçant la traçabilité et le contrôle humain.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4DDF3-61CA-4DEC-8042-E8C0F36F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d0affb56a458a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69C80-7AA0-4EDA-9A3C-33C6E7F2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401F0-9478-4BB4-ACC6-2595F4E6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C482F-1509-4E13-829E-899153FE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3969D-5CD5-45A5-953E-B36AD587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43D08-798A-488F-862E-259C7E3F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F7BED-B9E4-44CD-B221-B781A4EA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862AC-98EF-4391-9A76-55DC9550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DFA9E-D27E-4F76-A053-8DA83E53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03998-E061-44E6-A7DD-676559CD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9B6BE-0DF6-454F-9B3F-4EEFBCDC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Retraite / Protection sociale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EB99E-FA3D-4EB7-8537-288E6C5B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B05E1-5332-4EB1-9824-05B637B4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Protection sociale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BA35D-1310-43A7-AEBC-A1027528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0A8BE-3176-453D-AE77-4FACC88D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A16EC-0733-4FBB-A09E-9499FFEE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DC167-C723-459F-846B-DBA0DAF7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07D56-BB97-4FCA-85BA-7CD309A8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Assurance | Positionnement et preuve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EF98C-52A5-42B1-8D5B-33D9558B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74092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A366F8-EC43-4E10-B01F-7CA6C2BC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C9AAB-6B5A-4326-A857-A76591E5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E3A3D-54D2-413B-B24A-6086F41A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C480E-7FB5-42A0-B5F9-E8A0E437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A4B7E-7078-4E4F-B765-701E9E2F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166E5-C0D8-4CCA-BE88-CE0A6FF6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401CF-1BDB-48D1-8D91-393E8E80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Dossiers lourds à relire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B5593-8605-4F3F-9D1D-3F7E3CEF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C23E5-3DDC-44D6-9642-6F62D4F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Sinistres, contrats, pièces et relances mobilisent beaucoup de temps administratif.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88890-1F05-4D6D-AD92-3640D45C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D86D8-315E-4509-A003-A437AA5A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premières synthèses et points de vigilance ressortent plus vite avant validation experte.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04427-F182-4F96-82ED-4EDEF9BC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4A8E8-6E73-47D1-AD8B-1EA7A03B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901E9-4CD9-4914-9000-0B98DD13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Réclamations peu capitalisées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19687-7772-4B59-A250-468808C6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6B283-1015-43CE-AB48-9C621179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retours clients sont traités sans toujours nourrir les améliorations de parcours.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E29F6-1F7A-4E45-A01F-91A16CBE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75912-9CA6-49A9-83EA-D3CAD2E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motifs récurrents deviennent plus visibles pour corriger le service et les scripts.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A7434-36F3-4CC0-AD0B-A22B1550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5A92D-8635-4199-9D9C-1F87A822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5BC0C-56E5-41F0-9900-BC7FE935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Conformité exigeante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989CB-C892-4A16-8F8C-395AAF4F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C5D66-4B8C-44CA-9624-A048D724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doivent concilier vitesse, précision et discipline documentaire.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177AE-5ABF-40E9-AFE0-1D30509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4404D-3AF2-493E-8911-A658758F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routines de contrôle et de revue gagnent en cohérence et en régularité.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33274-6C3B-4E71-9892-D8287536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A56546-0F65-4BFD-BC26-159936DC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528669-F2AF-4C4A-BAF0-80244129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multi-équipes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056FAF-6F31-408F-ABFD-4DCA26B8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4F46B8-69FD-419D-8D79-A559BF0D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Gestion, conformité, finance et relation client travaillent avec des visions trop séparées.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383F59-19B3-4BFF-B401-6A1E8DF8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2845B4-3B62-4A5E-A9E2-FEF34F7F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managers gagnent une lecture plus partagée des priorités et risques.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DDF8F7-2BDA-4E30-A44F-3C2CBB53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9A055E-2D42-4374-87B6-38F91F1F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1F0722-30BE-4D94-8DB8-1C9CA8F2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266D61-7281-45C8-BA08-16511436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90FA05-23B8-45F5-91B3-694C0A7C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Assurance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04674C-5E52-4A98-A221-AE902495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25019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704EB0-7766-4C50-98EC-21924AE1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1D320-F466-4D5F-B515-164187A6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59959-C0C0-4DA0-A3F4-853AB506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BB6F8-A790-49E9-8E89-D0C81B4C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8EDC7-B712-439C-807F-C3B96200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F2C83-A247-432E-90AD-294DD9A6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 à 45 %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049F3-D1CE-4C49-BD35-F2BAC163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la préparation des dossiers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90C1F-EBD3-4E52-AE37-008E01C5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contrats, sinistres, synthèses, relances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9B73D-9098-45B0-9A0C-C3BAC237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50054-2AEB-4D8C-BE29-11027576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Réclamations mieux 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CF600-53B1-485C-A60F-94659E9B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 pilotage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1E9EA-F7C8-4CB6-9D41-9EB02505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verbatims, motifs, points d’amélioration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DD349-85C9-41D7-8C56-382657FB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9C60B-8EA9-404C-A50E-918F39CD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Conformité plus homogène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F39B1-561A-49B5-BEE2-A9CB8827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entités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56F16-EA50-4821-8F1C-020E3BF1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pièces, vigilance, traçabilité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C1DE4-9673-493C-8DBE-46FF4663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36E5D-D03B-4C4C-913B-F481118C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Décision plus fluide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C40C6-F7A5-477F-827C-D1117CD7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responsables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D1DD5-5190-4BA1-82CB-5E09C0F6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notes, alertes, priorités visibles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A3F86-0A19-4DFC-8F0F-2FE40DE3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AE159-6E4D-41AB-BE74-EE85E97D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7FF88-4598-4870-81AA-7CDB7A22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E8BA7-BF8C-466A-85E3-1415493B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1B0F25-34F6-4C27-811A-A7784665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62C2F-03EE-487D-8577-8663CAE5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Assurance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19F0B-7C5A-4551-9506-469BFE07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0270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267A0-1FF8-4BA4-975F-2F0C926E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7E02B-4AC5-48D8-8CC8-FE0DFA3A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3992F-1240-4927-92FA-5E51322F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1A613-B842-4EB7-B407-21111380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83DB2-4C4F-4E11-925F-467B7253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18F7B-55F0-4682-A64C-1B4E2902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9B270-985D-47F0-BA0A-1C2DC8A1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dossiers et sinistres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11B48-2DA3-4DA6-AF87-3745AB0C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48353-A46F-4EE9-9964-86BE012F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relisent beaucoup de pièces avant de traiter ou arbitrer.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92179-9C04-41FC-9068-93C4DE12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F73D2-C236-4B3F-90C6-3B0695C3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éléments utiles sont résumés plus vite pour accélérer la décision.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1497E-B845-422A-84A9-57B9F090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1E2A8-28AE-4F76-8243-01BA1107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revue ; délai de traitement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73A8C-91AE-40AF-9885-CF428A2E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7EB98-BDE5-4D16-8C2B-3C78994B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127C2-AFFF-4AD3-B945-24FC7F72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contractuelle et conformité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31936-A46C-49A3-A797-97456BEE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B110E-93F1-4411-8E39-F17A5C0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clauses, écarts et pièces sensibles sont longs à recouper.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1B200-B346-43F0-AE8A-5A7A296B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7DBF3-491F-423E-B9D6-28E8B41A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points de vigilance remontent plus tôt pour contrôle humain.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DCAFA-43F8-4420-94FC-E6B569A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9F284-C927-4010-A958-1ECAF4EC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revue ; nombre d’écarts identifiés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2F759-9262-435B-84A4-F0AA0B84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14089-E118-4B24-8FC0-000F2FF5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05624-4613-4A9F-AA8D-F991B36D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Réclamations et qualité de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D09BCE-D1BA-4D92-8482-2C61801D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81198-7847-43E3-8EAE-FD7B25DD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retours client sont nombreux mais peu consolidés.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75004-08A5-488A-96A4-45D80B02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0AA70C-482E-46B4-9562-15A6DE6D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motifs et irritants sont regroupés pour nourrir les actions correctives.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00C84-FBA2-4B19-876C-0916817C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31EF9E-CAF9-43AC-9A94-3ADBD4D6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d’analyse ; délai de correction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614B01-2639-4868-858E-4BCF1635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CA3796-9DC2-41D3-BE90-E9DFEC75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DC9DC6-CCB0-4A08-A4AE-F21E4DA9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Reporting managérial et pilotage de portefeuille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38B673-91F8-4D05-8B56-30472E60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64FA48-3738-427C-8902-7D07CAF1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managers reçoivent des chiffres encore trop bruts.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104681-4A92-4546-88C0-611D6A2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5E687-54DA-4907-AD9E-BDB2144C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tableaux gagnent en commentaires et en lecture métier.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47BE25-DFF9-4391-B164-57451FFA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AF7802-EF72-4F5F-A416-10F803DB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délai d’arbitrage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7ECE1A-BA06-4BCD-B488-278CA508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484973-D140-4E16-917A-69F99FF8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Assurance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20F7C0-D892-42C4-9B50-C83263E6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89803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23F0C-E592-4029-9040-0D3AD9EA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6B827-26FF-41E5-A9B0-ABA059BC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A249E-1622-4CFD-955F-AF271C1F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E2AAB-63D1-474B-BE0F-97CCDFAF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1D473-9A90-4E28-91D5-51512CCD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A07A4-DFB8-44E1-85D9-80FB217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ED4C8-F362-4582-B0B2-B39B6477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dossiers et sinistres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9E8B3-E6C6-44EA-9113-F6B6125A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99532-604A-45CB-A063-FD45AB9F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relisent beaucoup de pièces avant de traiter ou arbitrer.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55075-A4BD-47A2-AEB7-1411D776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2F274-EC15-484D-857F-3839FD9F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éléments utiles sont résumés plus vite pour accélérer la décision.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93B1A-1D3B-4FE4-A3E8-7A5B9357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D4B6D-5B5A-482E-9D44-3D903EBA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revue ; délai de traitement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EF15E-936A-46D8-8FD2-5E30265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D9EEE-056D-4AE7-AA3F-00186DA6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154A7-5756-4151-97BF-5B40DEC2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contractuelle et conformité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CAC31-A5D7-40AE-94E7-A6FD2C72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F2D1D-2361-4412-B849-03E731E3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clauses, écarts et pièces sensibles sont longs à recouper.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9090C-6E5E-45C9-BCD1-70CE0532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E2688-011A-4FAA-ACA5-3AC4950A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points de vigilance remontent plus tôt pour contrôle humain.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070D5-DFD3-4423-AC1F-3A332606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506104-222C-48C4-BAE2-0B8AC7F3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revue ; nombre d’écarts identifiés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783A93-2AB0-4326-88A6-923CD2C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7CBC0-D7B1-46BB-8B54-A7308EF0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0D589-77EC-469A-9170-AB4618C3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0F5D1-54E1-4C20-BA9B-47226319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Assurance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37507F-5903-41D4-B12A-8DF6202C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41745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2950AA-AEFB-48CD-AA22-EEA212B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0C9DF-3FF9-4531-A755-9253981B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6C285-E824-4825-AE22-0068BC77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C1314-B887-4012-9332-26F4D78B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7F429-4EEF-4C25-BD5C-08ADAE8D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BB418-BC2D-4CBB-A46D-3CD8B90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7B852-16EF-4393-8AEF-03349412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D4A74-E691-4DE4-ABF9-509D8178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30CB4-ADFE-413C-B230-72693BCF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FD5CB-72A9-4E4F-8D84-DE2275C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Analyse de Contrats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B10D9-3491-4ACC-9CE9-7890794F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7F42F-93C6-4E92-A0A8-02FDEE7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3A439-5EF8-42EB-91A2-48F70ED3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89359-255B-4A4D-B900-E74468DF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Conformité Anti-Blanchiment et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7F916-923E-48E5-83AC-275ED0E2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5AACE-DB55-4B71-B157-C81CE096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5DEB4-1DEB-4FAD-A08E-B03E1CE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D7552-655B-440D-9B70-116CFBD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Reporting Financier Automatisé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719BE-1CC2-4190-AEEA-0ABAC0BA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FAC50-6D3D-4CC9-8E6C-E6D6ED59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CEC48-18EF-40FD-8CB9-73C7081D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D206A-E76D-42B5-9C4E-709159BC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Analyse de Sentiment et Feedback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7CFBB-0A22-4D8F-9774-87B2EBCE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75193-D2EA-4624-AC3E-947DCD2D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E1E46-D2AC-4F8D-BD11-E4E2471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0A462-CE8F-4634-AD6E-15C41D70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des Réclamations Automatisée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4B8B6B-ECBC-4643-9F92-A35AE9CA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BEAA45-7904-4319-8BE1-7F0B8A49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65408F-34B0-4B84-A281-F7E9B740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EC58E-B3FE-4F12-BC20-D245BD0C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People Analytics : Données RH et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513254-C7BB-4EA7-9818-5D6D3C69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3BF8F4-6E50-4EC8-A5C6-E8DD7470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ED4FED-8D21-4A07-B57C-1D740367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revues de dossiers plus rapides et plus cohérentes.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relier conformité, relation client et pilotage.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les cycles sur les tâches répétitives à forte volumétrie.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des standards documentaires plus stables pour les équipes.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396D4B-2EDD-40D8-B536-F6F4498F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B85BED-12BE-4696-9E6C-98915322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03AD7D-739F-45AF-807E-E6458301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9C79D5-4616-4A51-B561-86EB9884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Assurance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BCA42E-56BD-4EAE-8FDF-A93AA68E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85004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E0791-A5FE-441D-9F62-5CA03455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1A011-1035-49A0-9B9E-3FA514A3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5D198-2D11-43D7-9286-BE21DD91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6B842-15BF-4D1B-A07F-F58408A8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7D4C6-414D-438C-B532-ED5C88B9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42AAF-5DC2-413F-BBFE-1D777BB6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0D406-AEB6-4846-86FC-512016C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07F78-F28A-4E1F-85E2-FAD3FCDE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F76F4-3C57-4B25-AE85-05EDB547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E4375-55EB-4306-A59E-554D280E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F07A6-65A8-4391-B364-222B4543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89DD3-1BCD-46B1-ACE3-0FFDB4D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BF34E-7BA3-4BE4-B937-BFC78646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F7F4F-DB63-437E-9D43-ACB01BF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03E58-B14B-45D5-B618-70292F5C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8E7E0-0F79-4DA2-8B03-29B99DBF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1D110-FAF3-4475-8DC6-BF5E7D51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333F2-2412-4AEE-B390-65751B5D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0D913-8C43-4BCC-AE24-AD2C8F13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5BFB9-2326-4C73-9775-37EB7A54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A3FB4-9A3E-4163-A981-57A0403F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4E6B4-6371-410E-B402-44E4476B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CF57B-C988-41C9-BD93-5146D94A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79522-5FFB-4430-AFAC-83C2F819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E3075F-66B5-4543-A18A-9E377FA3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8F005-7F2B-46FE-9A2F-6ECFDDA5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48DF8C-8FAC-4E2F-BFF8-FDDA6EF2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BF5434-BF16-4DF5-9D27-DF0F796E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63E7C4-1683-4249-9E5E-D39A1C61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Assurance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CCD575-07A1-4773-A6CA-93037774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06745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C6E4D-32DC-4F1A-9FC8-E0FE8481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AF512-0E46-4ADE-86F3-70F345DA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244C8-3A55-467B-A85C-289E0A04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assurance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76A7E-8732-4596-A7CF-4EF55E35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B8EF0-6B09-4E00-8BC3-50463C3B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31640-235F-4D08-BF16-B7B4A0A1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AAEC4-A47B-446D-A42E-783BF68B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85F67-AD11-4F52-A5FC-3CEC96CF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Assurance.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99A51-0FD6-471E-931F-C13396BC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F0B63-19DB-4761-9C6C-0156E2D2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B5EB7-5139-4942-8EF4-D867F6CF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862A6-36E3-407D-89A4-6BF347A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81C05-3BA0-43AE-90EA-1B367337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E0379-9EDA-418D-9C5F-42E6A54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857A5-EA09-484F-8E30-BED7B277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18EFE-BC64-4219-A7B0-03A18205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99093-6E67-48DA-A49E-263DB17C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FF067-CD3A-4FEA-935B-426667F5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DD168-7A0A-41B8-A60C-028875D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814D59-09DF-4566-B261-DECC0BE4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C6DC5-4FE1-48FE-BA38-DB1E07E4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719F6-AB7C-42AA-AB27-D708AA3A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AF1F1C-E0BC-49C4-A2F9-D9E842A0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03D70-DF5A-4E9B-969E-4EF44FCD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439A7-8CB7-4048-872B-F5FCFD70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D8DB7-BF53-4DB6-89E1-7618EF5C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Assurance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0A0121-4F72-4FDD-A4FE-71FE4C32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89178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705065-38A8-4CD8-BD18-631EB0F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12110-5116-48B0-81E2-42E5DC45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dbf8835644652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9C3DF-92D3-454E-AADC-4EF1C1C9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F3362-A854-4325-921B-99219AAC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83F02-1410-4D64-A345-5751F901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64249-F311-4EDE-9518-06FAA308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9FE40-B223-4C14-9BFC-A0089DFC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2CFF0-0EF0-41CE-A08A-E39AB175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décisions sensibles sur contrats, sinistres et conformité restent validées par des responsables habilités.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3544E-60BF-4578-A25F-725D6DC4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8E8D7-8F39-451B-B8BA-FA561226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00B34-2198-4E76-BE97-FF2C3DE2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1F8D9-F950-41B1-8214-A31E361C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9975E-D63A-4976-972B-61EA29A1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DF051-FE1B-47C6-82A4-E7F29DAC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33BCB-3FDD-4D68-9D14-2565E444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871DF-5826-4DD6-8788-84546092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E52BB-A6BD-4AE1-9F7E-232D494E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A8471-D9EC-4D81-B08C-2CE946AF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43985-3B1F-4B91-B786-E5860EE7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Retraite / Protection sociale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C2D46-3332-4D4A-930F-AC503662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97CF9-F25A-443F-B1FC-2B8FD7B2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Protection sociale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38ACB-AC64-4813-A164-500CA0FD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93BD0-917C-493B-BF4E-CF08B65A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Assurance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941BD-43D5-455F-85F0-BFC7501D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0177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2026-06-13T00:08:22.7070000Z</dcterms:created>
  <dcterms:modified xsi:type="dcterms:W3CDTF">2026-06-13T00:08:22.7070000Z</dcterms:modified>
</coreProperties>
</file>