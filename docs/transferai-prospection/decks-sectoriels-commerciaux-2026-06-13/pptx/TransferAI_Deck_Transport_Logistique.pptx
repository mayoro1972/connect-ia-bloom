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65432c9c9b4642" /><Relationship Type="http://schemas.openxmlformats.org/officeDocument/2006/relationships/extended-properties" Target="/docProps/app.xml" Id="Rb90f2a6a4b794d88" /><Relationship Type="http://schemas.openxmlformats.org/officeDocument/2006/relationships/officeDocument" Target="/ppt/presentation.xml" Id="Ra421f73ff0cb49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8a00d744d54d5e"/>
  </p:sldMasterIdLst>
  <p:notesMasterIdLst>
    <p:notesMasterId xmlns:r="http://schemas.openxmlformats.org/officeDocument/2006/relationships" r:id="R7a58b41eb5384839"/>
  </p:notesMasterIdLst>
  <p:sldIdLst>
    <p:sldId xmlns:r="http://schemas.openxmlformats.org/officeDocument/2006/relationships" id="256" r:id="R2c1fe10722f944b3"/>
    <p:sldId xmlns:r="http://schemas.openxmlformats.org/officeDocument/2006/relationships" id="257" r:id="R974c64401e1f4c99"/>
    <p:sldId xmlns:r="http://schemas.openxmlformats.org/officeDocument/2006/relationships" id="258" r:id="R408cc3912e3c4a2b"/>
    <p:sldId xmlns:r="http://schemas.openxmlformats.org/officeDocument/2006/relationships" id="259" r:id="Rebafc091bcf14cb1"/>
    <p:sldId xmlns:r="http://schemas.openxmlformats.org/officeDocument/2006/relationships" id="260" r:id="R5ea51d27ad604e1c"/>
    <p:sldId xmlns:r="http://schemas.openxmlformats.org/officeDocument/2006/relationships" id="261" r:id="R39a157d0cf3543f4"/>
    <p:sldId xmlns:r="http://schemas.openxmlformats.org/officeDocument/2006/relationships" id="262" r:id="R3d5605166dc64e9a"/>
    <p:sldId xmlns:r="http://schemas.openxmlformats.org/officeDocument/2006/relationships" id="263" r:id="R715cc5282f99482f"/>
    <p:sldId xmlns:r="http://schemas.openxmlformats.org/officeDocument/2006/relationships" id="264" r:id="Rf1ad81a29b854b3c"/>
    <p:sldId xmlns:r="http://schemas.openxmlformats.org/officeDocument/2006/relationships" id="265" r:id="R38d44685770d4c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f286746e8d4a7b" /><Relationship Type="http://schemas.openxmlformats.org/officeDocument/2006/relationships/slideMaster" Target="/ppt/slideMasters/slideMaster1.xml" Id="R388a00d744d54d5e" /><Relationship Type="http://schemas.openxmlformats.org/officeDocument/2006/relationships/notesMaster" Target="/ppt/notesMasters/notesMaster1.xml" Id="R7a58b41eb5384839" /><Relationship Type="http://schemas.openxmlformats.org/officeDocument/2006/relationships/presProps" Target="/ppt/presProps.xml" Id="Rb45d40e036d64ea3" /><Relationship Type="http://schemas.openxmlformats.org/officeDocument/2006/relationships/viewProps" Target="/ppt/viewProps.xml" Id="Rc3148ee9090e4db0" /><Relationship Type="http://schemas.openxmlformats.org/officeDocument/2006/relationships/tableStyles" Target="/ppt/tableStyles.xml" Id="R478ba7378e374a08" /><Relationship Type="http://schemas.openxmlformats.org/officeDocument/2006/relationships/slide" Target="/ppt/slides/slide1.xml" Id="R2c1fe10722f944b3" /><Relationship Type="http://schemas.openxmlformats.org/officeDocument/2006/relationships/slide" Target="/ppt/slides/slide2.xml" Id="R974c64401e1f4c99" /><Relationship Type="http://schemas.openxmlformats.org/officeDocument/2006/relationships/slide" Target="/ppt/slides/slide3.xml" Id="R408cc3912e3c4a2b" /><Relationship Type="http://schemas.openxmlformats.org/officeDocument/2006/relationships/slide" Target="/ppt/slides/slide4.xml" Id="Rebafc091bcf14cb1" /><Relationship Type="http://schemas.openxmlformats.org/officeDocument/2006/relationships/slide" Target="/ppt/slides/slide5.xml" Id="R5ea51d27ad604e1c" /><Relationship Type="http://schemas.openxmlformats.org/officeDocument/2006/relationships/slide" Target="/ppt/slides/slide6.xml" Id="R39a157d0cf3543f4" /><Relationship Type="http://schemas.openxmlformats.org/officeDocument/2006/relationships/slide" Target="/ppt/slides/slide7.xml" Id="R3d5605166dc64e9a" /><Relationship Type="http://schemas.openxmlformats.org/officeDocument/2006/relationships/slide" Target="/ppt/slides/slide8.xml" Id="R715cc5282f99482f" /><Relationship Type="http://schemas.openxmlformats.org/officeDocument/2006/relationships/slide" Target="/ppt/slides/slide9.xml" Id="Rf1ad81a29b854b3c" /><Relationship Type="http://schemas.openxmlformats.org/officeDocument/2006/relationships/slide" Target="/ppt/slides/slide10.xml" Id="R38d44685770d4c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36b0731a9f46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7c659d96ab4e8d" /><Relationship Type="http://schemas.openxmlformats.org/officeDocument/2006/relationships/notesMaster" Target="/ppt/notesMasters/notesMaster1.xml" Id="R1edfa90809a04c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73406f8bbb4850" /><Relationship Type="http://schemas.openxmlformats.org/officeDocument/2006/relationships/notesMaster" Target="/ppt/notesMasters/notesMaster1.xml" Id="Rde488c52ae8c4e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c80cd94f1847b2" /><Relationship Type="http://schemas.openxmlformats.org/officeDocument/2006/relationships/notesMaster" Target="/ppt/notesMasters/notesMaster1.xml" Id="R10c6ca3095a341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15db5b62fc41af" /><Relationship Type="http://schemas.openxmlformats.org/officeDocument/2006/relationships/notesMaster" Target="/ppt/notesMasters/notesMaster1.xml" Id="Rcad124a1d27449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a908bfbe3e4160" /><Relationship Type="http://schemas.openxmlformats.org/officeDocument/2006/relationships/notesMaster" Target="/ppt/notesMasters/notesMaster1.xml" Id="R169e546949b84d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d39c2a24f94fc1" /><Relationship Type="http://schemas.openxmlformats.org/officeDocument/2006/relationships/notesMaster" Target="/ppt/notesMasters/notesMaster1.xml" Id="Ree5b53ae26b84b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e79510a17949cd" /><Relationship Type="http://schemas.openxmlformats.org/officeDocument/2006/relationships/notesMaster" Target="/ppt/notesMasters/notesMaster1.xml" Id="Rd1e8ff05dff448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67426d804943c7" /><Relationship Type="http://schemas.openxmlformats.org/officeDocument/2006/relationships/notesMaster" Target="/ppt/notesMasters/notesMaster1.xml" Id="R9a0ae6977ade44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a1e1240a064fd9" /><Relationship Type="http://schemas.openxmlformats.org/officeDocument/2006/relationships/notesMaster" Target="/ppt/notesMasters/notesMaster1.xml" Id="Rf5b0a8a2353040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d19eb712494f07" /><Relationship Type="http://schemas.openxmlformats.org/officeDocument/2006/relationships/notesMaster" Target="/ppt/notesMasters/notesMaster1.xml" Id="Rd831cdea9957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3e200bfeb46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71d72c24b84d36" /><Relationship Type="http://schemas.openxmlformats.org/officeDocument/2006/relationships/slideLayout" Target="/ppt/slideLayouts/slideLayout1.xml" Id="Rf6922aecb6c04e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922aecb6c04e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c7c58be1b4fd2" /><Relationship Type="http://schemas.openxmlformats.org/officeDocument/2006/relationships/image" Target="/ppt/media/image.png" Id="R938df71f4c4d4d02" /><Relationship Type="http://schemas.openxmlformats.org/officeDocument/2006/relationships/notesSlide" Target="/ppt/notesSlides/notesSlide1.xml" Id="R7fe9e68812b54d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c80ccf79d409a" /><Relationship Type="http://schemas.openxmlformats.org/officeDocument/2006/relationships/image" Target="/ppt/media/image2.png" Id="R0453111e648c4113" /><Relationship Type="http://schemas.openxmlformats.org/officeDocument/2006/relationships/notesSlide" Target="/ppt/notesSlides/notesSlide2.xml" Id="R38a36a4a9a0442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9c401ddd74183" /><Relationship Type="http://schemas.openxmlformats.org/officeDocument/2006/relationships/notesSlide" Target="/ppt/notesSlides/notesSlide3.xml" Id="R79147536c78241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3d45dbf4a47b8" /><Relationship Type="http://schemas.openxmlformats.org/officeDocument/2006/relationships/notesSlide" Target="/ppt/notesSlides/notesSlide4.xml" Id="R5d620f1bbfaf49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b6634618647b8" /><Relationship Type="http://schemas.openxmlformats.org/officeDocument/2006/relationships/notesSlide" Target="/ppt/notesSlides/notesSlide5.xml" Id="R6b400df03fd741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518362a894c32" /><Relationship Type="http://schemas.openxmlformats.org/officeDocument/2006/relationships/notesSlide" Target="/ppt/notesSlides/notesSlide6.xml" Id="R1b3507e116b54b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3ef01e8f94a83" /><Relationship Type="http://schemas.openxmlformats.org/officeDocument/2006/relationships/notesSlide" Target="/ppt/notesSlides/notesSlide7.xml" Id="R5c577e4d9f3d4b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971c936304a65" /><Relationship Type="http://schemas.openxmlformats.org/officeDocument/2006/relationships/notesSlide" Target="/ppt/notesSlides/notesSlide8.xml" Id="R2afb10860f0045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8434a7b884754" /><Relationship Type="http://schemas.openxmlformats.org/officeDocument/2006/relationships/notesSlide" Target="/ppt/notesSlides/notesSlide9.xml" Id="Rb6c3979844d148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d6bc64be34e90" /><Relationship Type="http://schemas.openxmlformats.org/officeDocument/2006/relationships/image" Target="/ppt/media/image3.png" Id="R6b3d37cf1c7d4497" /><Relationship Type="http://schemas.openxmlformats.org/officeDocument/2006/relationships/notesSlide" Target="/ppt/notesSlides/notesSlide10.xml" Id="Rc4df8703f2ca4a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2659BC-0E7E-423B-A23F-A6627429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72F0F-27AC-4704-B042-05B19041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98D51-3C25-4998-B543-A92B49C2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6E957-99BD-4592-8364-B5775F2C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DF7DF-FF9F-4F73-B67E-253D98E7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df71f4c4d4d02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AB4C2-FF45-483A-A98D-EA4439CC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B3A33-E463-4321-A76B-A6BC9AB2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Transport &amp; Logistique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55BCD-4594-47BD-919F-CB1F491C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Mieux piloter les opérations terrain, les retards et la qualité de service en environnement distribué.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3E824-C844-4A18-8A53-6714C060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acteurs du transport, de la mobilité et des chaînes logistiques qui veulent transformer l’IA en meilleure coordination, meilleurs KPI et meilleur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2D8EC-A263-4B14-8103-20220BDD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535D6-F0E3-40DF-A656-B4765EF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ABF49-B865-458F-85BF-E0A06771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81E98-1B36-4ED1-B369-080AD94E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D2FAB-851C-45A7-8594-167C9817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09C96-86C3-4CB8-A0B1-05E27ED8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Transport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88276-CC16-4A3C-9450-826C58A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52B28-84BE-44B5-ADF5-CB0CAB53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/ Mobilité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8578E-589B-41AF-B3A5-E5BFCD09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370CB-203D-4177-A0F8-51E69016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urbain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6FF6E-5ADC-4116-9C69-408985B1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D50FE-D81D-4290-969F-AC71519D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aérien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E0FB4-9F7C-4FDE-B70B-02C1C108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E5635-DC0A-4ECE-B8C9-E03C097E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DF171A-BD83-42E9-B7DF-D4B6470C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101E2-174C-47E7-BA7D-FD217B53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9AEAB5-719E-4DB1-886D-D434C863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85F4A5-9F4E-4934-93B4-0431A7D8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DE6CD-646E-4B45-AB1A-F4A57CB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7CD1A-3C7F-43EF-B828-11D32254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62001-CA27-4F11-AE72-1C183D0F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4007C6-0684-4B21-9CCE-C829004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7713AD-F141-4648-B2A6-0F874596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3E54C9-9C86-43D2-8C56-79D5AB18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A848B1-63EF-4B8A-813A-1DB82A79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2358E3-3091-4480-A8E4-39B8943A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C885C8-1F9B-4E77-81FF-7509C9BE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7927A3-F06F-428A-AEF3-8E44C02E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D2881E-3750-474D-BAA6-98F8C3F9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AFE056-5682-47EE-9A16-B3CDAD71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EC2E93-94FA-4B64-A7A0-455D6B2A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EB591B-E64A-48AE-95A6-750DC04C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F0E948-2B1C-48C2-AF68-6C82D2B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84A4F8-C91D-4F08-9BDF-125161A3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42561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D0E5B-30F0-4C6A-88EC-D20D232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B5A14-D297-47D7-8C3F-111342A5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65EC6-16C5-4B07-B838-B553999A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transport &amp; logistique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BB064-12BD-4F57-98E8-3948BD03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valeur se joue ici sur la coordination terrain, la réduction des retards, la lecture des anomalies et la capacité à mieux commenter les opérations.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892F3-F66C-4465-A27A-8E842BB7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3111e648c4113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537D6-D6A2-46FE-B4C0-38C6A23F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262E3-46A2-4599-80D5-4C96277A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E3F38-75BA-467C-B6DD-27FF286B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D51A4-5914-4194-9C20-F7CB115A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BB6CA-8769-495E-B886-F4A309B8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D8640-6DB7-445C-B549-02D05667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F16DA-3CF5-4508-BB43-806F2E1D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865CB-A673-42DC-991F-5AE4429D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Transport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7B58E-561D-40C4-B17C-1D35F17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2D664-DD3F-4618-9D92-4A70B1CF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/ Mobilité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7560C-F024-49DC-9FBE-A0F79998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84458-B798-4639-AF9B-F6683C7C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urbain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6A398-852E-41FB-A73A-EC58D899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161CF-C76D-40CD-8BC4-D2A2EAF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aérien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FFF36-22DC-479E-91FC-EAC26835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C0D7A-B469-44F4-8B16-A2E89702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en commun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5D511-6199-4D83-B851-72539960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ED9B5F-B282-4638-8BE3-02A98644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7473F-D005-4B40-9760-F3F71784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AA5DB-494E-423E-A17A-4719494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0A386-5603-4379-AFAE-B2299C1A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C0FB02-23D9-4BE9-ACB5-FB2EC178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98311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05DD19-DBC1-4EC9-8AB4-F06338FF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39E95-7E3D-4842-85C8-26930AE1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17F0B-2613-40A9-88FF-A23404D9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5B901-CED4-4134-93CF-697B9827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2EE72-7310-43B7-B1BB-4CCF8120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B7FAC-357A-4098-8C72-FEC770F2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7C32E-D27C-41CA-8FF1-C4D7EFBA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Informations terrain dispersées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D344A-87C4-4688-AD4E-C42E1F00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F80F-4B94-48B5-ACF8-358681D9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opérations, incidents, tournées et retards remontent par plusieurs canaux.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BD405-E68C-4184-8156-B965BA58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7450A-AC96-45E8-AC5F-F658FB0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synthèses plus rapides et une meilleure visibilité d’action.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1C550-DFEB-4B81-9913-A74C01BF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C3CE7-2B29-4F93-88B7-792F85B9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BB621-6D06-4E0C-87B2-C0F2A892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peu commenté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5482C-0C21-40BF-A929-EF92E1FC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FA179-232F-4F66-A0AA-9E054877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KPI existent mais restent peu reliés à des analyses exploitables.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0AAA6-8E35-40BB-AF7F-3FEF4149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5F31C-355E-475B-A2F7-0EC7B47D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indicateurs gagnent en contexte, en commentaire et en capacité d’alerte.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EEA52-6063-4D6A-91AE-F4B05EFC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08C9B-05A9-4597-87BD-7C260B5F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E0BF2-C995-44C5-B04B-1587DBA7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Service client et opérations trop séparés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ED0EE-A6F0-4507-8CF5-BDF04492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BCFE8-7438-48D6-874C-F9F00B46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client vit les perturbations avant que les équipes disposent d’un message homogène.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922C6-DB2B-4E70-A603-B25AAB5F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E8F74-EB06-475C-A180-0F42DCE1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L’information circule mieux entre terrain, exploitation et relation client.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5BECA6-7D16-48C4-AD10-4F0FEF2C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0851F4-5655-47B8-98D2-8C62AF0D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9BC55-789A-43ED-8FD9-D84BDFE4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 réactive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84DE0F-B913-4151-9EFF-943F5314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3182EA-D10D-4045-A6DC-CA02477A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utiles sont peu capitalisés avant hausse des coûts terrain.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CB715D-813B-439E-8290-D913A37E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E9EF0A-2708-466F-BC74-ED4F1B03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incidents deviennent plus visibles pour une réaction plus rapide.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224732-8A88-46CC-B3AC-CE25C3F1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71D8A5-D0EE-476A-B446-9296118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F59ED5-5158-48AD-8201-61DD67E6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F3402A-52EF-4E86-A847-1DE82264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5E8405-E966-4C97-97E8-777BAC9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3F24D9-7A81-482B-B4F2-334A7EAD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67643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8220BD-9C70-41F0-B369-C7B904D4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EB6E5-D75B-44CE-942B-94958D46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510B5-3CC7-4ACF-8D2A-965ED3D0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C2511-8D15-4100-A0D5-A439BF15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6878A-6F76-4B6F-8EBC-AD4A368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BE919-2F60-4F1F-B39A-3B804D0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Moins de retards subis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A6EAA-9C77-4F5A-BAEE-EE9C377E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dans les opérations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5C1FB-6E5D-466B-BB7A-D569B740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meilleure lecture des points de 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6F741-F600-402B-A47D-D3B0E10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DB1FF-6245-40C3-84EB-DE902730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Coordination plus rapide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011D9-A64F-42C8-B154-3CEEEA5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terrain et managers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5BE3F-26C7-4856-9491-420440EB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synthèses, alertes, relances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D8DB6-97C9-47A7-B800-A0C230C5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59AD0-D23A-4F16-A817-C69210C6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 plus homogène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36ADB-7532-449D-9129-A47E2305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côté 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8764D-CD2A-4949-8329-B09D306E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information plus claire en cas d’incident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9FD3B-94B7-4229-93FC-52134A21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13298-E61B-41D8-9447-91340BF1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KPI plus actionnables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568B4-1D36-490F-AA36-902785D9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l’exploitation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A6F9E-3488-403E-9650-3FA4AFF9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commentaires et priorités visibles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E46D2-2356-4DCB-B746-EE98C17F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701A6-2F34-4A51-8478-E9BD8954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2420F-7A62-4FD8-A9D9-EFD7D077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74AE0-0665-40A1-922A-C7D7F16C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977749-091F-4CBD-9B22-C7B888F9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C12404-4A32-4AA3-9AA8-70FC62B1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33BC13-4858-4C08-9E6A-79060613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5171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FB513-96BC-4A93-8464-68333F5E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A076F-0E17-4C3B-B18A-213E15AC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5F6FD-7C0D-4130-AC5B-DB1D590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6C7E5-7E52-4433-8011-6C0E99C4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17A2E-6122-4F21-9DBD-33EFBF21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260C8-E7FA-400F-81F8-82EB1602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20862-7DD8-47F5-95B0-A759A1A5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Cockpit synthétique des opérations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3DE69-9769-4AA7-9E59-7C88820E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D6B3F-1CE4-4013-A204-E777D9F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responsables reçoivent beaucoup d’informations mais peinent à voir quoi arbitrer.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A6631-22E6-4592-A53F-39C08072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C6426-B3DA-42E2-ABAC-F1E8A131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flux et incidents sont résumés de façon plus lisible pour l’exploitation.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FD279-8D81-483D-9396-46B5A98E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22FE5-26FB-4B04-90FE-CD6F3C64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lecture des incidents ; réactivité de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D4899-5E69-4D24-8A2A-67BEC1D3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022DA-8484-41E0-ABAD-33D00B29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0062C-61ED-4DE8-A97E-E04C03A4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Gestion de flotte et anomalies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BC4BD-6F51-404E-9F41-DAD26F90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EC713-754D-4314-83B6-6E49B7B6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de flotte et de trajets sont difficiles à transformer en décisions rapides.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2BE90-FFD5-4B06-98EE-109FDB40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4EC71-6598-41D9-BE5D-212F6582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anomalies et exceptions ressortent plus tôt pour les équipes concernées.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2F185-D1AA-44A2-B5FD-CFDC0E37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3A4F7-0A7E-4A68-985B-B546252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détection ; nombre d’anomalies qualifiées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31822-6AE3-458A-8863-894919F2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B8AE8-2844-4EE3-A6B1-D63F43BB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7F61A-7A24-412D-AA65-26C2852F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Interface opérations / service client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4B319-C8AC-4197-9CCD-20E5486A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8EE961-93A3-4619-A615-C095E6C2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relation client manquent d’un message cohérent et actualisé en cas de perturbation.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CA279C-22F0-4AD6-9664-C04664CD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A069E-35E4-47E9-BADD-87969DF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réponses client s’appuient sur une information plus consolidée.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7B8063-4DF3-4DF3-9A47-9D4445ED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DDB09B-A97A-4900-B45B-566BB312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réponse client ; taux de résolution premier contact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8321B9-5FA3-4176-B14A-5E76C766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6FCD7D-7F3C-4980-BBFC-79A7FD77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B83023-D415-400D-8C43-8C960FD7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 et support prédictif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A8EF58-2AC8-4A86-8BE3-11B016CF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B21034-5A9A-48F0-9372-CE7008BC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précurseurs sont traités trop tard ou mal commentés.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66FA01-F9D4-4A09-AA30-64BCB62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400965-3B2F-49D4-A52B-C0906E6E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aide à structurer alertes, historiques et points d’attention.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E13B5D-D408-4547-AACA-AC93E9FE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857753-1C3D-4664-8D91-478A3942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Délai d’escalade ; temps d’immobilisation évité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023EC4-A6FD-49CF-BB01-EA07D48A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B17345-A7CE-46D5-9627-B8F470E8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9579E9-1A3F-4BB9-9D67-4A291A89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62437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9B604C-08D0-40F8-963C-CDD126DD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A9322-0975-4B8D-9DB9-6461A8D7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D19AD-C4DF-4152-ABAA-0279A4F8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B5BEF-655F-4369-9145-D796C9CB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85F05-128D-4BB3-A054-76FD1461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E9EF1-C3A6-4B64-A4C7-4ABAC666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35486-7239-4DBE-84A7-B92E60BF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Cockpit synthétique des opérations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37BCC-1A98-4EC3-BE40-E2AFE603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839D0-AF05-4632-947D-3CDBB297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responsables reçoivent beaucoup d’informations mais peinent à voir quoi arbitrer.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461E8-4F8D-49CF-ABBC-7F4E8066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922BF-721B-4039-9B22-252D06B5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flux et incidents sont résumés de façon plus lisible pour l’exploitation.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CBE63-3AE1-45DF-852C-EB593BD6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4D244-3068-43A2-BD83-0EB741AD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lecture des incidents ; réactivité de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BC7AE-DACC-49A8-A16D-6055153D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14CAE-75C0-4F8E-A806-56C682B0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91457-BFA1-4B9E-A993-679D117D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Gestion de flotte et anomalies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7325E-6918-41CE-AE19-074EFE3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FF672-B681-429D-B2D2-4D496CAC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de flotte et de trajets sont difficiles à transformer en décisions rapides.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B4C3B-F579-4B39-AF56-11770DD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27027-461F-432E-9A7D-4D49858E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anomalies et exceptions ressortent plus tôt pour les équipes concernées.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E3B40-8450-4306-B08E-F1AE8D78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776A2-B6A5-4B40-822F-419266C1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détection ; nombre d’anomalies qualifiées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A93C0-72DC-418E-A8E7-D34CBD4B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8C05D-02AD-49FB-8A88-126C48FD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A8A29-D5F1-4033-B4EB-3965F0D4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28D6D8-4422-4DDD-BE19-FFF09B72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601DB-4FAA-423C-B4ED-914486AE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72345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CE52E2-894A-451C-81FB-EFA9996E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96D87-071C-4622-B316-6C58B818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69415-9A03-4339-9B67-300CC39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7F9C2-031F-4D30-9C1A-4BC2ADA9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87610-6AE0-4FC6-ADE5-E938B523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71A65-7C8E-492C-9F6C-6F1A0082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26B01-3E65-4246-921B-2E7672DF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1B4D8-6961-4DA5-87DB-33771CB3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66EE1-5662-4732-AD99-DDEA25D6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CC48C-852A-40DA-B26B-F3A228F2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 Flotte et Logistique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E9426-A6E4-40D6-92CB-34F346B5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8741B-2E2F-4C1B-A4B4-3B2C26DD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D5AE1-43D9-4BE1-AF62-BC3CA461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75853-177A-4020-9F03-6901CE8F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Planification et Suivi des Indicateurs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B0B42-3651-4E18-8137-861F89D5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8237D-DCA2-4532-87BA-4C339278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FEB03-A63A-487B-8131-6AEBF3AE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FA1E9-D870-4D8A-AD72-00886293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94247-58C2-4F51-8BC0-E676F3F9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DC3D28-5214-4F3D-B5F1-97023D1D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3A22D-3BB4-4601-9C96-5BE2200C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DA5AC-574C-409D-B4C5-D5DC0FA5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Relation Client Augmentée par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C478F-0F94-41BD-A664-9B6FFAC6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F8B45-8CC5-430F-9876-DA0E3AB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74B47-F4D8-481E-8EDB-ACA15631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567BB-8E6D-4A14-9256-203D7250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Support Prédictif et Maintenance Anticipée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545D70-7E77-46EC-B5FD-9E10D41B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E4A47-CA48-41EB-9FAB-C8F95DFF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E2CC01-76A5-4422-BFAF-ABD9FFC0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BF5F0B-7832-4836-92F3-5633AEB8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des Achats et Approvisionnement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1957C9-B639-46F4-B6CB-360243A4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B30BC1-92AF-4B56-89FC-6A6AF38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3A2D07-B958-4BD4-90CF-FF2E41A9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Aider l’exploitation à voir plus vite exceptions et retards.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relier le terrain, les managers et le service client.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Structurer des routines de suivi plus homogènes entre sites.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des KPI commentés qui servent réellement aux arbitrages.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A1A808-C60A-4E3D-8739-2C880AE8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158BC6-7B1B-424D-A3F1-4E5E8C3F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5095C2-F111-4E48-829B-D1F6882A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088013-DA43-4E4F-8178-5F6F37F7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E73E26-AACE-4942-B356-BD0974D1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07912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4A9E30-6D8E-4030-A328-AC1D7071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AEC72-0264-43C0-8B3E-C89D2291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30ABD-A182-459C-A903-B412FBAB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B55D9-C033-43AA-8A65-26974EE2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681BF-6E1C-4681-9A65-202D243F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042E1-D835-4D7A-A538-E7BF19A1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B649D-5948-4A9B-B71F-AFFC5D14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A8118-3CD4-4FD0-99B9-1A951366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9C141-C990-4373-BD81-38ADE9E7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DBD33-5E2E-4647-9CC5-94E0AA43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0B348-2501-4ABD-9313-D1E87CDE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5C974-F81B-43CB-9811-B7524A97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DB174-72E1-42DB-80B3-04860A05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9B218-CA6F-45A6-9F4D-A7378EBB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D6E2A-7ED9-4637-A356-15D5FAD6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7F3E7-6BF8-4118-965C-84F47BF1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68760-82FB-42A4-AD9F-803EC88E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C2159-BE7E-417C-B883-BC9A95DB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EFA1B-58C3-42C2-9109-52B9B13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439F0-F1F0-472E-BE73-683F0F1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FF6437-EDAD-4C15-AA40-5EE1FD7B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91D0F-A417-4457-8BAF-2BAF5CA9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D098C-7848-48DB-BFC4-1D4979BA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4DEB7-F946-4E84-8F9F-2E14288E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E455C-DA8A-4462-8AAF-BD739380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90295-DD74-4F2B-8F38-A98AEE6F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BE2B8-362E-4C88-89B1-6397DCCB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D0C0E-EAC5-4F7B-B6BB-0B4BA2D9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8BBC3-8FA5-474A-AE15-8818F6D7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C065B3-E6EF-4D43-A6B0-4021C78D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54083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8D2F1-4AF6-4E22-99C8-4BBE080D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65E68-75F7-4965-B8FA-E866A7DF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0031B-E337-45B1-A042-76B791E5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transport &amp; logistique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D5AEF-D513-43FE-9572-B55E7EBF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961E9-A16F-4A58-8428-5A9F2E80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648DD-5A6C-4352-93F8-9446A6B6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D14A7-8A48-407B-AD79-B8B15354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E1733-E422-4E8B-B206-A99A1ECB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Transport &amp; Logistique.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9B96E-6CE1-468A-8CFD-6D5DA085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18A33-FE15-4B57-A184-EF2838B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C713B-A4D3-41B7-BEEB-0799359B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FCB63-373B-4C72-BE03-561F1928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DE055-B0C7-48AC-882E-C9ECD133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243B5-3BAD-4DC5-B0C0-91F7E9E7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F834E-E0E3-4D12-AE1B-DF7C83D5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1BBEF-9FED-4F90-8455-BB634813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48E13-5753-4220-ADEC-370984C3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46E9F-3879-42E2-BEE0-E3CA591A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5DC3B-1079-44A0-992D-7ABA3D37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41C42-A969-4D88-96E4-8F64E5CA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B3B30-1125-4C1D-A50B-3EED5693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5ACBD-1F4A-4E10-87DA-9455BDA3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A4907-AEA0-4C52-B101-6CC23BB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96FDC-1D4C-4C3E-B932-99303581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6D708-E24C-43BF-B318-7EA38E83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6850E-EA5A-48A7-A6D4-521E182D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7E8D5A-A671-4F74-938E-75946751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0327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C9D753-0ECE-4133-8CBE-6EB8BA81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F4F06-0E8F-4942-BA9B-354CFDC1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d37cf1c7d4497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15C15-C3BF-4C02-BFFF-7ECC4F19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FFE45-28FD-484E-B0C0-76EC86C7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63F2A-4EBA-440C-A531-19013ABF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0E411-F677-4971-9DCF-51E9978B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6F9EC-443D-4817-9C01-FE562EDB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191B2-F831-4CE1-825C-590F2460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E5650-FCAD-4E0D-83E3-728A4CED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DB2E5-24A9-466F-8DCB-854C1AD0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E3EE0-1C29-47C0-AE13-FE70C824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87FBB-EBF4-4547-8C48-1C6537B5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845C1-A2A9-4434-BE60-012C78DC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14C8A-E1E2-4D00-92DF-2E956124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754CB-C8B9-43CB-B335-14A21915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A19CA-FA23-43D2-8791-0762739D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7F9BF-150B-4471-912B-F4BC634F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Transport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37626-5FCF-499B-B7CF-BA51ADF9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280EE-BDA0-4D78-8DB6-E58202C7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/ Mobilité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0DEAE-0974-4C6D-BB3A-1D9B5273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B2206-4194-4B82-A3EE-1238833F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urbain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E5FAF5-D864-43F5-A9F7-65A48C70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A39FC-ADD7-4478-B8A9-8BABE072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0C760-9816-4FB5-A108-E0E7F1E7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6296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2026-06-13T00:09:30.8790000Z</dcterms:created>
  <dcterms:modified xsi:type="dcterms:W3CDTF">2026-06-13T00:09:30.8790000Z</dcterms:modified>
</coreProperties>
</file>