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93c87f9a514bcb" /><Relationship Type="http://schemas.openxmlformats.org/officeDocument/2006/relationships/extended-properties" Target="/docProps/app.xml" Id="R75947ef024814b4a" /><Relationship Type="http://schemas.openxmlformats.org/officeDocument/2006/relationships/officeDocument" Target="/ppt/presentation.xml" Id="Rf4d80b648e834d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d78e49d14445c3"/>
  </p:sldMasterIdLst>
  <p:notesMasterIdLst>
    <p:notesMasterId xmlns:r="http://schemas.openxmlformats.org/officeDocument/2006/relationships" r:id="Rc85d5db3210d47a2"/>
  </p:notesMasterIdLst>
  <p:sldIdLst>
    <p:sldId xmlns:r="http://schemas.openxmlformats.org/officeDocument/2006/relationships" id="256" r:id="Rf6f78395cc4f4721"/>
    <p:sldId xmlns:r="http://schemas.openxmlformats.org/officeDocument/2006/relationships" id="257" r:id="R81d2904f4a3242d3"/>
    <p:sldId xmlns:r="http://schemas.openxmlformats.org/officeDocument/2006/relationships" id="258" r:id="R972300571a894451"/>
    <p:sldId xmlns:r="http://schemas.openxmlformats.org/officeDocument/2006/relationships" id="259" r:id="Rb2efe491a3f540e2"/>
    <p:sldId xmlns:r="http://schemas.openxmlformats.org/officeDocument/2006/relationships" id="260" r:id="R8df1380758534781"/>
    <p:sldId xmlns:r="http://schemas.openxmlformats.org/officeDocument/2006/relationships" id="261" r:id="R58c1b940ab1940db"/>
    <p:sldId xmlns:r="http://schemas.openxmlformats.org/officeDocument/2006/relationships" id="262" r:id="Rc9402c57d66f487e"/>
    <p:sldId xmlns:r="http://schemas.openxmlformats.org/officeDocument/2006/relationships" id="263" r:id="R3a4ce59c474a4116"/>
    <p:sldId xmlns:r="http://schemas.openxmlformats.org/officeDocument/2006/relationships" id="264" r:id="R3620377ec7574f4d"/>
    <p:sldId xmlns:r="http://schemas.openxmlformats.org/officeDocument/2006/relationships" id="265" r:id="Rc173a02daf2645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9e6b10edbc49dc" /><Relationship Type="http://schemas.openxmlformats.org/officeDocument/2006/relationships/slideMaster" Target="/ppt/slideMasters/slideMaster1.xml" Id="Rd6d78e49d14445c3" /><Relationship Type="http://schemas.openxmlformats.org/officeDocument/2006/relationships/notesMaster" Target="/ppt/notesMasters/notesMaster1.xml" Id="Rc85d5db3210d47a2" /><Relationship Type="http://schemas.openxmlformats.org/officeDocument/2006/relationships/presProps" Target="/ppt/presProps.xml" Id="R39b900cf25be42c5" /><Relationship Type="http://schemas.openxmlformats.org/officeDocument/2006/relationships/viewProps" Target="/ppt/viewProps.xml" Id="R8a517cb2dfd8488e" /><Relationship Type="http://schemas.openxmlformats.org/officeDocument/2006/relationships/tableStyles" Target="/ppt/tableStyles.xml" Id="R30c943ed456a40cc" /><Relationship Type="http://schemas.openxmlformats.org/officeDocument/2006/relationships/slide" Target="/ppt/slides/slide1.xml" Id="Rf6f78395cc4f4721" /><Relationship Type="http://schemas.openxmlformats.org/officeDocument/2006/relationships/slide" Target="/ppt/slides/slide2.xml" Id="R81d2904f4a3242d3" /><Relationship Type="http://schemas.openxmlformats.org/officeDocument/2006/relationships/slide" Target="/ppt/slides/slide3.xml" Id="R972300571a894451" /><Relationship Type="http://schemas.openxmlformats.org/officeDocument/2006/relationships/slide" Target="/ppt/slides/slide4.xml" Id="Rb2efe491a3f540e2" /><Relationship Type="http://schemas.openxmlformats.org/officeDocument/2006/relationships/slide" Target="/ppt/slides/slide5.xml" Id="R8df1380758534781" /><Relationship Type="http://schemas.openxmlformats.org/officeDocument/2006/relationships/slide" Target="/ppt/slides/slide6.xml" Id="R58c1b940ab1940db" /><Relationship Type="http://schemas.openxmlformats.org/officeDocument/2006/relationships/slide" Target="/ppt/slides/slide7.xml" Id="Rc9402c57d66f487e" /><Relationship Type="http://schemas.openxmlformats.org/officeDocument/2006/relationships/slide" Target="/ppt/slides/slide8.xml" Id="R3a4ce59c474a4116" /><Relationship Type="http://schemas.openxmlformats.org/officeDocument/2006/relationships/slide" Target="/ppt/slides/slide9.xml" Id="R3620377ec7574f4d" /><Relationship Type="http://schemas.openxmlformats.org/officeDocument/2006/relationships/slide" Target="/ppt/slides/slide10.xml" Id="Rc173a02daf2645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891840d12e4f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d1c7c395bb41cf" /><Relationship Type="http://schemas.openxmlformats.org/officeDocument/2006/relationships/notesMaster" Target="/ppt/notesMasters/notesMaster1.xml" Id="R352e22bfd70444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06fe2cdde242fa" /><Relationship Type="http://schemas.openxmlformats.org/officeDocument/2006/relationships/notesMaster" Target="/ppt/notesMasters/notesMaster1.xml" Id="R20c27566643944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0ff4f487554cd7" /><Relationship Type="http://schemas.openxmlformats.org/officeDocument/2006/relationships/notesMaster" Target="/ppt/notesMasters/notesMaster1.xml" Id="R018275a6cbd742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01aac2ecab4035" /><Relationship Type="http://schemas.openxmlformats.org/officeDocument/2006/relationships/notesMaster" Target="/ppt/notesMasters/notesMaster1.xml" Id="Re451483f445f45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d41998b93440ba" /><Relationship Type="http://schemas.openxmlformats.org/officeDocument/2006/relationships/notesMaster" Target="/ppt/notesMasters/notesMaster1.xml" Id="R700d2367ff1845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14d99b311c4011" /><Relationship Type="http://schemas.openxmlformats.org/officeDocument/2006/relationships/notesMaster" Target="/ppt/notesMasters/notesMaster1.xml" Id="R586fed6a461249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0807ea150449b4" /><Relationship Type="http://schemas.openxmlformats.org/officeDocument/2006/relationships/notesMaster" Target="/ppt/notesMasters/notesMaster1.xml" Id="Recbf154f71014f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0cf57f781149dd" /><Relationship Type="http://schemas.openxmlformats.org/officeDocument/2006/relationships/notesMaster" Target="/ppt/notesMasters/notesMaster1.xml" Id="Rbdf3d0dfc3b441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6743a661e24306" /><Relationship Type="http://schemas.openxmlformats.org/officeDocument/2006/relationships/notesMaster" Target="/ppt/notesMasters/notesMaster1.xml" Id="R523932d5b70d49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6409b581d641c4" /><Relationship Type="http://schemas.openxmlformats.org/officeDocument/2006/relationships/notesMaster" Target="/ppt/notesMasters/notesMaster1.xml" Id="Rd9f6befe898c45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98a77beb443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868f6b1f9d4060" /><Relationship Type="http://schemas.openxmlformats.org/officeDocument/2006/relationships/slideLayout" Target="/ppt/slideLayouts/slideLayout1.xml" Id="R763fed2005f542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3fed2005f542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25bd5c2e3482c" /><Relationship Type="http://schemas.openxmlformats.org/officeDocument/2006/relationships/image" Target="/ppt/media/image.png" Id="Rbfe8b1ac3ff54f40" /><Relationship Type="http://schemas.openxmlformats.org/officeDocument/2006/relationships/notesSlide" Target="/ppt/notesSlides/notesSlide1.xml" Id="R68d3d565497940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f28c014ca49a5" /><Relationship Type="http://schemas.openxmlformats.org/officeDocument/2006/relationships/image" Target="/ppt/media/image2.png" Id="R326d552a8f7340f2" /><Relationship Type="http://schemas.openxmlformats.org/officeDocument/2006/relationships/notesSlide" Target="/ppt/notesSlides/notesSlide2.xml" Id="R1b6c4f8b43bc47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4309da7c44b10" /><Relationship Type="http://schemas.openxmlformats.org/officeDocument/2006/relationships/notesSlide" Target="/ppt/notesSlides/notesSlide3.xml" Id="R8aef9a70fa6a4c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a1eaf1ed14e34" /><Relationship Type="http://schemas.openxmlformats.org/officeDocument/2006/relationships/notesSlide" Target="/ppt/notesSlides/notesSlide4.xml" Id="R5bdcd9a5846a4a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beebdc6bc4bc9" /><Relationship Type="http://schemas.openxmlformats.org/officeDocument/2006/relationships/notesSlide" Target="/ppt/notesSlides/notesSlide5.xml" Id="Rf417a641b70746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303f3297746c5" /><Relationship Type="http://schemas.openxmlformats.org/officeDocument/2006/relationships/notesSlide" Target="/ppt/notesSlides/notesSlide6.xml" Id="Rb05ae102f68e4c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bbcd30acb4b59" /><Relationship Type="http://schemas.openxmlformats.org/officeDocument/2006/relationships/notesSlide" Target="/ppt/notesSlides/notesSlide7.xml" Id="R695ade329f3b4a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ce0dfaa664776" /><Relationship Type="http://schemas.openxmlformats.org/officeDocument/2006/relationships/notesSlide" Target="/ppt/notesSlides/notesSlide8.xml" Id="R9c30f49404f740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251926a7442e8" /><Relationship Type="http://schemas.openxmlformats.org/officeDocument/2006/relationships/notesSlide" Target="/ppt/notesSlides/notesSlide9.xml" Id="Rf2073ceeae8c4b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c8def4b154eb4" /><Relationship Type="http://schemas.openxmlformats.org/officeDocument/2006/relationships/image" Target="/ppt/media/image3.png" Id="R83b2fd01f7de41b3" /><Relationship Type="http://schemas.openxmlformats.org/officeDocument/2006/relationships/notesSlide" Target="/ppt/notesSlides/notesSlide10.xml" Id="R9cc4e7a9ae6342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1BDFCF-CCEB-4E14-AB0E-571CD2D9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7D3E9-C85C-4167-AF80-B9F67062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9C23-0E05-4738-858F-AAEDC200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C5FE1-F6BD-4002-A2FD-71BB5C3B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F8674-5A71-4766-B20A-7405C3A2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8b1ac3ff54f40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F9C5B-AE54-4856-B456-5C115367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848AF-7087-4B50-A430-84BDF378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Banque &amp; Services Financiers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CBF8C-5432-433C-A4D2-45A96E5A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Accélérer le reporting, les contrôles et la relation client sans affaiblir la maîtrise du risque.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104CE-8E81-4504-9B40-87CF8005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banques, institutions financières et directions support qui veulent transformer l’IA en productivité mesurable, conformité renforcée et qualité de service plus stable.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52353-C4DA-4695-8018-5301D09A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F70F5-927A-4F3F-BCF9-4B54C0E0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3ADE2-3839-44BE-BFF5-8DACF436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31D67-1A21-4138-B20C-FD2A892F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EAC98-35A2-4AC5-8440-D2F2949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50B1D-AB4C-4719-9A42-771BB71E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C80A8-7096-4E76-91DD-F3560038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B7891-E6E6-4F62-82B1-F2805C62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Habitat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25C34-F8F3-4478-BF25-2EC59EEC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D74A0-1054-49B7-8A75-3AC7E572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Bourse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51BB27-80F1-4D78-91F5-FADC95A3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AAEE6-B2E3-4788-9E47-F34F06B0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Microfinance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961FC-AE48-4E06-BB0A-EE540898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7B1E0-1AAA-48C4-B553-F56966C2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2BF78-6E72-406F-BAA4-6294A975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F1D50-2B96-4467-87E0-95FA0B3F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4525C-E07F-4FA5-8A34-CA21D8B8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49718B-95B4-4CD2-A81B-E29D6ABA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B0B561-5E15-4BB1-99B9-24165E03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AE1DD7-B55C-44F6-939E-2D52CA99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713462-C886-41B9-ADFB-8EB83502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52EC5-6363-4153-AC12-E0B3240E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D478A5-E69F-458B-A07A-BEA5E838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2F1807-2800-4AD3-867E-792C7F9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A97281-C5B9-4005-9088-F99D8B9C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FB9454-FEE6-432B-AC9E-54FA8FEB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1FF10A-B006-4DBA-98C6-137A6B71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4F88B3-DE2D-4845-AA8F-EC248F3E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DA1677-C057-4AF9-9787-4E019EC7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7256DA-74D0-4B50-A8E3-60763891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21EEA0-290C-4471-A40A-6197FFBD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2C33E4-E7F2-4618-9D4E-C31F5999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E3FABB-5817-44B4-ADDE-120CC20D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Banque &amp; Services Financiers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CBCC4D-B79C-424C-84AA-93DA1FC5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38229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231948-F3DC-4ABD-87EB-56D3AD7C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9A1BA-50BE-41DF-9F68-F503F415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A5FA6-736B-4D67-8049-8F7177FA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banque &amp; services financiers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2173D-16CC-4012-AEA9-0EC9DC00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Dans ce secteur, la valeur de l’IA se mesure dans la vitesse de lecture, la fiabilité des contrôles, la qualité des notes de décision et la cohérence des interactions client.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72E1C-BE06-47E6-B092-6E212ACE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d552a8f7340f2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6FB6E-9060-42BB-AD00-6968C421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5AB6C-F8A3-463D-B5EC-541AE7A3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99F87-115A-496D-A16B-68A46CFF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7F461-4A72-492D-AAE7-327FE215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F9D4B-ECBC-4F1A-A7AD-368DC686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55774-1BA3-41DE-99BA-87126BE7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2E5A2-7D04-4D59-A04E-62A04395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5F869-9B47-454B-BD89-C19580E9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1918F-792E-4327-912C-9E33C3A8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4C641-0F77-42B1-B538-09F6FF51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Habitat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83AC7-F9F4-4AC5-875E-65FA9372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93AAD-7750-47D2-B692-EFCA24E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Bourse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7D55A-2898-42B6-91D5-79AC15C6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32BEB-7D9C-46D1-AAA9-5A39FA3D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Microfinance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8417B-FFC8-4509-82F7-1758765D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A3420-6836-426E-B3C9-DFF4F0C2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Banque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7DE7B-4C18-4BFC-928E-8FF09DEB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D8D3D-35C7-4B16-B420-F63841B3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38C3E-0670-4F3A-BBE3-C12A04A9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BE7B7-29F5-4EA9-A783-1C88A65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D7F6A8-C6B7-4BAC-9E12-B3EA26BD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Banque &amp; Services Financiers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246B8A-9441-46F8-B36F-68C30BA9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58897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EB93D4-7C75-4A1B-A04C-5C7959DC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C0157-D303-41DF-9EA5-6604CC0C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4F8C4-75C9-40BB-96B6-33E24CA8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C95B8-E3F5-4551-969E-71EAD2D8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520F0-A2E8-4508-AAC0-4494A1A8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05250-807D-4981-AD69-0F823C8C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CA5A7-9D53-4C56-BF40-AE6D5EB1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Reporting encore lourd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B391C-9DE1-446F-B9C5-D1C7FA76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A9151-AFAB-4700-AB1C-5D18EAAB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consacrent trop de temps à commenter, reformater et consolider les mêmes chiffres.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BDAC4-3670-42EF-B36C-8F544902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E4217-12CF-49DB-AA1B-547812DD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synthèses et notes financières se préparent plus vite avec une meilleure lisibilité managériale.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B7999-1149-4910-B1FD-5B230679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4A089-3CA0-4EB5-8DCE-92237BE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554A5-CCC0-4F90-8078-35DD98FE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Contrôles dispersés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B5C6D-2A8E-480F-82CE-D5A01723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05AD4-57D7-43C9-82AB-3159C1BA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revues d’écarts, d’anomalies et de conformité mobilisent beaucoup d’efforts manuels.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634AF-F1C3-4816-A062-BFA39DB9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0F971-6DA9-45A5-B336-8C3AFAE3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points de vigilance ressortent plus tôt pour concentrer les expertises sur les vrais arbitrages.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A1169-D89C-4D05-AC51-B4B54A40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BF07E-D5B8-42B2-91F7-6B728701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32374-F03E-4565-9245-E67CB488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Relation client à harmoniser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55D81-F17F-49E1-93C8-9A8B9645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486E7-0D28-4E43-8D80-AA85CA55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réponses sur produits, pièces et délais varient selon les canaux et les équipes.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AD5C3-1C5A-4B2C-8157-EA408C03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ABB91-5009-4D72-8353-BCA50AA1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scripts et bases de réponse rendent le service plus homogène sans rigidifier les conseillers.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9C08C-2209-444D-847D-C8F971B6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17A3CD-C5D6-41C4-A076-156DC2D7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D2DD7F-0898-401C-9B43-144509DE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Décisions lentes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7AB7D6-26DE-4092-B0DD-5AA9D5D9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D7595A-8070-41F6-9C0F-5EEEE8EC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comités reçoivent une information utile mais souvent trop brute ou trop tardive.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088BCC-2C18-422C-9A63-0FDA28F7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39559B-8627-484C-8EC2-65FA2EDA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décideurs gagnent des notes plus courtes, plus commentées et plus directement actionnables.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C97174-FA6D-49DC-B85D-05019BD5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43F948-093A-4DFE-B225-3B780FD6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6EB965-4DED-48D6-B6E0-4A49FF7B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B655D1-D1CB-48E0-9FD1-A4EDE881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A45E5C-A0F5-4D09-B32B-EB5463CD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Banque &amp; Services Financiers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51A1D8-520E-4A49-AB12-D2222667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30443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E8FC9F-9D49-4D3C-97FB-E076E415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71554-546E-49EB-B155-264ED12A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8D2A6-DFAE-4BD4-87A0-5B9B1331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3EC3C-9C08-4E28-843C-1DFEAB8D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D291E-70CF-4A8D-9B34-C45E19B6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65EFE-EAB6-469C-B678-905A3563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25 à 45 %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2D058-4698-4DAF-A37B-DD69D3FD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 temps de 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395DF-21C1-41DF-84BB-8AE5A3CC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commentaires, consolidations, notes de comité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F85B1-1FDA-477B-90BE-F8987F3A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39798-B3D2-4AF1-81BA-BE852A1B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Contrôles plus homogènes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90405-B7B7-4CAA-9111-ED42561C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équipes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E89BB-587D-4231-BE6B-5BFF76A4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finance, conformité, audit, opérations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B994C-4BF6-4C56-9401-165C59EB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8F018-9A47-4BF4-9705-DB42BDDA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Réponse plus cohérente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C7FB4-66E4-4FAE-BD82-8C44050C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dans la relation 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F2ADD-BE48-4A17-91FE-2462F1F1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scripts, FAQ, réclamations, suivi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C9277-93AF-4F25-B8FD-E4992442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048CE-EC07-43AB-9246-9553A642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Décision plus rapide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1ECC6-597D-4EAA-A056-86A437D0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managers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252E9-2871-44A5-A8FD-8BE8D19E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écarts, risques, arbitrages, priorités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6D516-FFDB-4107-8165-B2E5CFDA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1D84E-80D9-4F58-915F-58990104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7E9E6-7207-44C1-805E-9ED2296F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C49ED-8EAA-481D-9664-9FE0334E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131AE1-85B6-43AC-A70F-9920E32A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54B4D-3745-44CC-9D9A-75CFEA52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Banque &amp; Services Financiers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F70BF9-D19A-4DDF-ACF3-2B9C786D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242716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D99DFB-03BA-48E6-9248-CB8CDB57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8943D-1FB5-4A75-8613-1743EA6E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99132-8D29-4A2D-9CEE-3451A48B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F73C0-0D80-43A8-ADBB-F9E8ECE8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6916F-3AC5-49B3-A567-F81F9A4E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8CBE6-B7DE-4E47-9B04-E8DB0399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B2CDF-F162-4A9F-A7C0-F5012439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Reporting et commentaires de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36948-9013-4761-8BC3-1B4DE16A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14271-4D6D-4551-AFD8-E0CC7962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tableaux existent mais prennent du temps à expliquer et à reformuler.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58C18-3247-4B5E-B392-2412CA77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C319B-AD38-46B4-B53F-108FB1E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accélère les synthèses, commentaires et supports destinés à la direction.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F65AA-9099-45C0-802A-FABA34F6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FC531-E29A-40A3-B2D0-3D36A8CF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production ; délai avant diffusion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A4369-6808-4F68-8729-BF1D7EFC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32A69-ED57-4AE1-8510-0BADE7A0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E1180-7870-4952-9EEC-AC0CD5CF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Conformité, KYC et vigilance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39FA0-9603-45A0-B579-44F37CDF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7561B-94F6-41AF-A122-4B901C4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contrôles documentaires et signalements restent chronophages.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12115-167A-4EB8-B9A9-C14461C9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3C13A-9DBC-4C96-980A-5D6C95CE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repèrent plus vite les écarts, pièces manquantes et points sensibles.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6553C-81CA-49D4-949F-296399CB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76F2F-7529-420D-BC53-1F0B87DA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revue ; nombre d’anomalies détectées tôt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6FDF06-7038-46B1-8249-90AC0051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C61B2-5F17-4613-A9AB-AD422BBF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CF59E-B1A7-49F8-83A8-749BB9D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contractuelle et comité crédit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0A3480-ABD4-4BF2-993B-E71ABA56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3B642-7236-46C2-9176-6FB08EA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dossiers demandent une lecture longue avant arbitrage humain.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33BCBC-3055-4A04-BE61-39B6CE25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5FC00B-D726-4C44-9438-3EC15F47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éléments de synthèse ressortent mieux pour préparer la décision.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8DB03F-7E24-469C-B7CE-3D100EF6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D5202C-A16B-470F-98E1-2166CDF7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dossier ; délai d’arbitrage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F2DD4F-8EB1-47B1-A5BE-15AB53C3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E04C07-AEDA-4392-AA70-7F513B34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915463-F685-4E65-98A3-474A6877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Service client bancaire augmenté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8F4DF7-332E-4107-B82D-55AA6E61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A615B9-EC8A-4C5A-B9A5-3655F436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demandes récurrentes saturent les équipes et créent des réponses hétérogènes.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0A58F4-03FA-4CB5-9CE9-3AE9E87F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F8CD87-269B-451C-86C9-EE809668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conseillers gagnent un assistant de réponse encadré pour les cas récurrents.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B4FBF3-B1D5-4C71-BA54-59D92E1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AB5EC9-69FA-4661-B40E-DCE8B4F9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moyen de réponse ; taux de résolution premier niveau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F89401-5182-42E5-9147-E653FD2F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8CAE46-FF60-4F96-943F-34A2DB07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Banque &amp; Services Financiers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7FEA04-9CC3-431A-8284-0EFF1E52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41096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8DD567-841F-4E75-99FE-14BB2E3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D15C7-F2E7-44E1-B27E-26E1C1DB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F9BAD-BE9D-4ACE-8064-9AF8CD65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9C8FA-909F-4378-8A21-251AF40D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B45E0-BBE8-4CA1-BBCE-422F9463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0CC65-1A59-4E5C-9D21-4E91CEC9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24E51-9583-47F3-B0EB-2BF59C7F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Reporting et commentaires de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09903-C834-4258-980F-DF2B2F2A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2E175-E341-475C-B55B-C51B5829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tableaux existent mais prennent du temps à expliquer et à reformuler.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AA594-0A1F-493D-AEFF-C3EB151F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45887-88BB-4744-BC7C-CEEDF1AA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accélère les synthèses, commentaires et supports destinés à la direction.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BD96D-D8A0-4CA2-BDFC-F14773BE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81929-0F38-4088-9ED9-68443EB0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production ; délai avant diffusion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EFEE0-1A7E-44F9-B448-17C36F8F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B9066-A673-43BF-992A-EAB73958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48640-167E-4C5F-9ACE-21CED48F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Conformité, KYC et vigilance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B977E-A067-4FDA-9007-DD0AA769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DEA72-AEF0-4485-B37B-3B957578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contrôles documentaires et signalements restent chronophages.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BA154-D789-48FE-9C19-F47C29CB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A0D2B-9DB7-4F27-8169-0D842D74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repèrent plus vite les écarts, pièces manquantes et points sensibles.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8C4CF-9A35-4E9C-BEA5-7C1537E6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D1B2C-DEF6-4CA2-8F55-3ABE173C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revue ; nombre d’anomalies détectées tôt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A98C0-B6B1-40AC-BE41-D936FCDD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5AAB4D-02DA-4329-B977-77CA6C2E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696A27-582C-4B21-B013-C1B480C3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F1D2D4-102D-40A9-B3F6-083D5672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Banque &amp; Services Financiers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E3CFDD-5D0B-431E-A5BC-BF17611E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36553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99945-4B22-4311-901F-F405603F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AA40B-3150-4CC2-9C07-A38B7C03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EA752-6021-4C75-B880-2330183A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37759-271B-480D-80F4-F3213730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942F6-23E8-4DFA-8B4D-E712C37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3B708-5DA0-4D12-888D-E1E44967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C7FA6-4273-4B08-9328-76A59CF0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0F526-605C-45C6-8663-830453C0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BE3BD-526A-4220-8D5F-7EE1E22F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ABC01-D8DF-4184-BBB0-30BBC776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Reporting Financier Automatisé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766B5-96AD-4650-B363-CDF85A2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A9ACF-5C41-427A-82F1-940B6812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4A489-1258-40CA-A19E-1E4C55EF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3D23A-17E9-4862-956F-9B5C552B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Interne Augmenté par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38A88-4C2D-4F29-9558-8C288EC2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A8062-EF7A-4A2A-8E78-75D0C280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1AFE6-2B42-46D0-9A98-B06F5C75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1CD22-0C08-4097-9B64-A315F5ED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Conformité Anti-Blanchiment et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8D130-7160-4F93-B214-B519B53E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D8FB5-8E5E-476C-A2CB-66B5BB96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380693-7286-45BC-A9BE-0CB39120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0A1118-B80C-462C-9967-59BE3FCB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Analyse de Contrats avec l'IA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9A7D0-5DD3-476B-BCAE-C3C1DD9C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939D0-C7C2-4887-BC2C-86F78F52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AD83C-C692-42B8-BAA2-39957A16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09512-25D2-48DF-A8E6-7618B10E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Relation Client Augmentée par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8FB1F8-25F9-4F78-85AB-8F82738A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D71E6-D038-4598-A983-0FC0D1B6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880000-45C6-4A8D-A954-3B927B2E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3C99EE-C500-4B6C-ACEF-9248EABC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Leadership Data-Driven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E6857-D093-47F4-A9F0-498CE93B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73ECED-DE01-4012-ACE6-C5E4E05F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797D9-1C95-43E5-85E1-504FA971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le temps passé à relire des chiffres déjà disponibles.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la conformité et les contrôles plus réguliers et plus traçables.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outiller la relation client sans perdre la supervision humaine.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Donner à la direction une lecture plus rapide des risques et arbitrages.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CD4836-2CF2-488C-94F1-45F63998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28EF6D-1D8A-4B22-A284-903DB939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19D5CB-7E9F-46C7-BAF7-24822252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6B4A12-25F2-4759-92FD-3B95C04F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Banque &amp; Services Financiers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8B4E6A-AF6C-43D1-9CAA-E1E7BB5B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36878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CC1383-3666-473A-8CE8-9BFF698D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B3442-AE9B-401C-9FD2-2A887627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C3E12-2CE1-478F-94FB-ADC2F8A4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098B8-76E3-45AC-80EF-28BA3F8D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AF5F8-B80D-487C-919F-A2EC19B9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D7C5F-C0D9-4B66-AD29-DB45E456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C1C85-AC73-4966-8B65-763DECE4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0B257-92B9-4140-88B8-37156AFD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585FD-835E-46D7-BC23-F72A84C8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E32C8-8ECD-4E6F-9B6B-0CB07D86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41205-4634-467D-A30E-CAD95C28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FB405-E887-43BB-A6DE-B39899F8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003D6-D67B-4F48-94D9-4B2055E9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23457-C603-43CB-9CAC-2B8AF002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6672F-D71C-4DA3-AD23-994917E6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5B772-4995-4997-BCBB-D4E02A8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9F4A7-DCEB-4438-9514-00627FB7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60875-BC89-4317-BCDA-F9D8CC2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57508-1853-4132-9F98-5DAFB3ED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9EA18-E7CF-4D40-B52A-71B55EDA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47FC6-49AF-4C7A-B3A4-604EE9C4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0967F-028D-4AE7-8287-93BF0E85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292A9-CFE3-4762-8068-F5C8DEA7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E4912-B020-4E7D-9D90-3922D1B3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5A4ED-5F75-440F-B10E-7CECDCD8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84C04-DA30-4B03-9175-7A7A007B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B5655-00E9-4100-A01F-AE3388E8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4ABCE1-7B41-4A3D-BC53-DF565758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4451BA-F413-4B64-A7F6-A5240FD0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Banque &amp; Services Financiers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CC53CD-6B60-4318-BAA4-925D33C7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95346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F2F986-F348-47C0-AF61-59F319A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A7606-EDE8-4135-82C5-6B68D69D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F13E6-4ED3-484C-A6E9-0C6D55F4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banque &amp; services financiers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0B9A9-D6E7-48CF-BB66-F5217AB5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F2101-91DC-43E4-8F95-755A7547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66489-17E8-40C6-B79C-36A727C9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7A46D-3955-458F-833C-3B9AA955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CD93B-304B-41B1-A2BD-07EEB6CB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Banque &amp; Services Financiers.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CAC47-B091-408A-8964-A63AF9D1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25FF1-C6F0-4F93-8FF5-51E2B102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CB4E3-312F-4A7E-A726-F1F1150E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85FC6-D8CA-4B46-9AD7-AD138A57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27C91-A96B-4A75-B853-BC8D008D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E5C6B-7688-40F1-8187-CE6AB7F0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DD990-C68D-4D84-83CA-D6F94549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FF7DC-5C0A-4C76-A21D-C0691D8F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4E6D6-39EA-42CD-A956-7CBA9139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ADB4E-BF83-4EAB-BA05-46B58D28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53DF1-9A32-43D9-89C6-81F95A0F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BB519-4E8C-4C0A-95F5-01E4C3C3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DD231-8998-4193-86AB-B5EC70B7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2E0C5-E902-471F-9834-6A42FCD4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FD121-0C76-4B90-9781-B73899A3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497920-D8CA-40FD-BBE4-D778BF04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279655-ABA5-4F5B-BD1E-CDD114BF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578135-6B61-4F76-818E-D0508062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Banque &amp; Services Financiers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CC2738-7F2B-4032-B889-0BAC60FA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30237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31F750-6840-47DB-9A97-B83AEE6F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FA0C6-0173-4835-B690-B6944807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2fd01f7de41b3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AACF8-436E-4831-A3F3-03C2A315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805B2-624B-4958-ACB5-CD60847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19564-E48B-4E33-AF63-DFDBC527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AA25C-6276-4627-AEF0-C4EA084C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6C6BB-E2BB-40C7-930E-D9453E73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E019C-9BCA-4D54-B413-890A12F4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sensibles restent encadrés par validation humaine, règles de conformité et supervision des accès.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B4E5E-7B06-418C-BCAF-9629BE60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D0432-867D-4826-A585-ADCB62E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5D582-7BA8-4657-B70F-7DAE9C7F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5865E-9DBA-42E8-9EB9-F4CA4A0B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16ED0-F481-4447-BF92-AEB4056D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5FA0C-756C-459A-893F-C00EB415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11F17-D05B-4FFA-8682-18E32906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AD38E-DF20-469D-BBFE-E8DFCCEF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6FDAC-F6AD-4FC5-A8A3-DBF3A406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B7C46-8DE4-4710-80A6-C98173F3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464A8-2445-4957-8582-AA6C831F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Habitat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5357F-5AA9-45C5-8EB7-CC65D1A4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9E3C9-140C-46F3-AD5D-6C4FA6D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Bourse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F4127E-4EA6-432F-A492-D3426B8E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9F5335-D71C-40DB-A2E1-AEF1101C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Banque &amp; Services Financiers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A04E5A-75D4-4852-B85B-B10CE320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66513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2026-06-13T00:07:59.9880000Z</dcterms:created>
  <dcterms:modified xsi:type="dcterms:W3CDTF">2026-06-13T00:07:59.9880000Z</dcterms:modified>
</coreProperties>
</file>