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3f84d29104c36" /><Relationship Type="http://schemas.openxmlformats.org/officeDocument/2006/relationships/extended-properties" Target="/docProps/app.xml" Id="R2fdd6a62214a4dd4" /><Relationship Type="http://schemas.openxmlformats.org/officeDocument/2006/relationships/officeDocument" Target="/ppt/presentation.xml" Id="Rc4095673139c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9df24f6eb64973"/>
  </p:sldMasterIdLst>
  <p:notesMasterIdLst>
    <p:notesMasterId xmlns:r="http://schemas.openxmlformats.org/officeDocument/2006/relationships" r:id="Rf966069d5a1f46b7"/>
  </p:notesMasterIdLst>
  <p:sldIdLst>
    <p:sldId xmlns:r="http://schemas.openxmlformats.org/officeDocument/2006/relationships" id="256" r:id="R05c352f5f1a1450a"/>
    <p:sldId xmlns:r="http://schemas.openxmlformats.org/officeDocument/2006/relationships" id="257" r:id="R90ee0289bdf642ab"/>
    <p:sldId xmlns:r="http://schemas.openxmlformats.org/officeDocument/2006/relationships" id="258" r:id="R42db57887fc343ca"/>
    <p:sldId xmlns:r="http://schemas.openxmlformats.org/officeDocument/2006/relationships" id="259" r:id="R0097a5ff6da14927"/>
    <p:sldId xmlns:r="http://schemas.openxmlformats.org/officeDocument/2006/relationships" id="260" r:id="Rf944d8c1b4da4993"/>
    <p:sldId xmlns:r="http://schemas.openxmlformats.org/officeDocument/2006/relationships" id="261" r:id="Ree784f94837847f2"/>
    <p:sldId xmlns:r="http://schemas.openxmlformats.org/officeDocument/2006/relationships" id="262" r:id="Rda3e6cd28fc84659"/>
    <p:sldId xmlns:r="http://schemas.openxmlformats.org/officeDocument/2006/relationships" id="263" r:id="R5a8a9fec302d4851"/>
    <p:sldId xmlns:r="http://schemas.openxmlformats.org/officeDocument/2006/relationships" id="264" r:id="R68a0bfbb8db44d05"/>
    <p:sldId xmlns:r="http://schemas.openxmlformats.org/officeDocument/2006/relationships" id="265" r:id="Rb2f938be7d204f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e5b65e8bf42f3" /><Relationship Type="http://schemas.openxmlformats.org/officeDocument/2006/relationships/slideMaster" Target="/ppt/slideMasters/slideMaster1.xml" Id="Rc89df24f6eb64973" /><Relationship Type="http://schemas.openxmlformats.org/officeDocument/2006/relationships/notesMaster" Target="/ppt/notesMasters/notesMaster1.xml" Id="Rf966069d5a1f46b7" /><Relationship Type="http://schemas.openxmlformats.org/officeDocument/2006/relationships/presProps" Target="/ppt/presProps.xml" Id="R569a31f1a5c54a31" /><Relationship Type="http://schemas.openxmlformats.org/officeDocument/2006/relationships/viewProps" Target="/ppt/viewProps.xml" Id="R367ac9a531a14c25" /><Relationship Type="http://schemas.openxmlformats.org/officeDocument/2006/relationships/tableStyles" Target="/ppt/tableStyles.xml" Id="Rcb76c6ff687b4e66" /><Relationship Type="http://schemas.openxmlformats.org/officeDocument/2006/relationships/slide" Target="/ppt/slides/slide1.xml" Id="R05c352f5f1a1450a" /><Relationship Type="http://schemas.openxmlformats.org/officeDocument/2006/relationships/slide" Target="/ppt/slides/slide2.xml" Id="R90ee0289bdf642ab" /><Relationship Type="http://schemas.openxmlformats.org/officeDocument/2006/relationships/slide" Target="/ppt/slides/slide3.xml" Id="R42db57887fc343ca" /><Relationship Type="http://schemas.openxmlformats.org/officeDocument/2006/relationships/slide" Target="/ppt/slides/slide4.xml" Id="R0097a5ff6da14927" /><Relationship Type="http://schemas.openxmlformats.org/officeDocument/2006/relationships/slide" Target="/ppt/slides/slide5.xml" Id="Rf944d8c1b4da4993" /><Relationship Type="http://schemas.openxmlformats.org/officeDocument/2006/relationships/slide" Target="/ppt/slides/slide6.xml" Id="Ree784f94837847f2" /><Relationship Type="http://schemas.openxmlformats.org/officeDocument/2006/relationships/slide" Target="/ppt/slides/slide7.xml" Id="Rda3e6cd28fc84659" /><Relationship Type="http://schemas.openxmlformats.org/officeDocument/2006/relationships/slide" Target="/ppt/slides/slide8.xml" Id="R5a8a9fec302d4851" /><Relationship Type="http://schemas.openxmlformats.org/officeDocument/2006/relationships/slide" Target="/ppt/slides/slide9.xml" Id="R68a0bfbb8db44d05" /><Relationship Type="http://schemas.openxmlformats.org/officeDocument/2006/relationships/slide" Target="/ppt/slides/slide10.xml" Id="Rb2f938be7d20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7361dc26f843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d6780a9b74a2d" /><Relationship Type="http://schemas.openxmlformats.org/officeDocument/2006/relationships/notesMaster" Target="/ppt/notesMasters/notesMaster1.xml" Id="Rc6c4321cc7504e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35ba598c04d85" /><Relationship Type="http://schemas.openxmlformats.org/officeDocument/2006/relationships/notesMaster" Target="/ppt/notesMasters/notesMaster1.xml" Id="R408ff31b0bfb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b95a566f04376" /><Relationship Type="http://schemas.openxmlformats.org/officeDocument/2006/relationships/notesMaster" Target="/ppt/notesMasters/notesMaster1.xml" Id="Rfe388377a475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62bc891fd4352" /><Relationship Type="http://schemas.openxmlformats.org/officeDocument/2006/relationships/notesMaster" Target="/ppt/notesMasters/notesMaster1.xml" Id="R7d49e074cc7841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d0bd2fc924916" /><Relationship Type="http://schemas.openxmlformats.org/officeDocument/2006/relationships/notesMaster" Target="/ppt/notesMasters/notesMaster1.xml" Id="R8e0ded6f82f1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390ade195f4a16" /><Relationship Type="http://schemas.openxmlformats.org/officeDocument/2006/relationships/notesMaster" Target="/ppt/notesMasters/notesMaster1.xml" Id="Rb06e200f094146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799f77dfea498b" /><Relationship Type="http://schemas.openxmlformats.org/officeDocument/2006/relationships/notesMaster" Target="/ppt/notesMasters/notesMaster1.xml" Id="Rfb776117eb8145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2475367eac4636" /><Relationship Type="http://schemas.openxmlformats.org/officeDocument/2006/relationships/notesMaster" Target="/ppt/notesMasters/notesMaster1.xml" Id="R5ec104b1e7d048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04aefe61ea4a0b" /><Relationship Type="http://schemas.openxmlformats.org/officeDocument/2006/relationships/notesMaster" Target="/ppt/notesMasters/notesMaster1.xml" Id="R46442198e8604c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bd1c3400424b20" /><Relationship Type="http://schemas.openxmlformats.org/officeDocument/2006/relationships/notesMaster" Target="/ppt/notesMasters/notesMaster1.xml" Id="R5dcbd472ed7545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d3ee2e67f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4ca89c3bea4942" /><Relationship Type="http://schemas.openxmlformats.org/officeDocument/2006/relationships/slideLayout" Target="/ppt/slideLayouts/slideLayout1.xml" Id="Rf2ffba05bca148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ffba05bca148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946d18ac245d1" /><Relationship Type="http://schemas.openxmlformats.org/officeDocument/2006/relationships/image" Target="/ppt/media/image.png" Id="Rcb1d2d4179564383" /><Relationship Type="http://schemas.openxmlformats.org/officeDocument/2006/relationships/notesSlide" Target="/ppt/notesSlides/notesSlide1.xml" Id="R1c6eaf6e470e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7ec29a9db4aee" /><Relationship Type="http://schemas.openxmlformats.org/officeDocument/2006/relationships/image" Target="/ppt/media/image2.png" Id="Reef48c5d4968439e" /><Relationship Type="http://schemas.openxmlformats.org/officeDocument/2006/relationships/notesSlide" Target="/ppt/notesSlides/notesSlide2.xml" Id="R753f3dd726454b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4105f71414b5f" /><Relationship Type="http://schemas.openxmlformats.org/officeDocument/2006/relationships/notesSlide" Target="/ppt/notesSlides/notesSlide3.xml" Id="Rca8fb9a6668f4c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f2c22a7444577" /><Relationship Type="http://schemas.openxmlformats.org/officeDocument/2006/relationships/notesSlide" Target="/ppt/notesSlides/notesSlide4.xml" Id="R93e298b0e59149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e7ea000bb40ed" /><Relationship Type="http://schemas.openxmlformats.org/officeDocument/2006/relationships/notesSlide" Target="/ppt/notesSlides/notesSlide5.xml" Id="Re7eca7646a0c4f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e3c9f04414114" /><Relationship Type="http://schemas.openxmlformats.org/officeDocument/2006/relationships/notesSlide" Target="/ppt/notesSlides/notesSlide6.xml" Id="Ra369f3559a3741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8f3742d78470a" /><Relationship Type="http://schemas.openxmlformats.org/officeDocument/2006/relationships/notesSlide" Target="/ppt/notesSlides/notesSlide7.xml" Id="R0edfdca17025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cfd100cc4417" /><Relationship Type="http://schemas.openxmlformats.org/officeDocument/2006/relationships/notesSlide" Target="/ppt/notesSlides/notesSlide8.xml" Id="Ra4fc349c9575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36b7316534ee7" /><Relationship Type="http://schemas.openxmlformats.org/officeDocument/2006/relationships/notesSlide" Target="/ppt/notesSlides/notesSlide9.xml" Id="R808d6bcb240740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a5ced46d34dda" /><Relationship Type="http://schemas.openxmlformats.org/officeDocument/2006/relationships/image" Target="/ppt/media/image3.png" Id="Rf060dfe7852f4eeb" /><Relationship Type="http://schemas.openxmlformats.org/officeDocument/2006/relationships/notesSlide" Target="/ppt/notesSlides/notesSlide10.xml" Id="R5eb42a8afd954e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52F55-D8CD-459C-9E8E-D14A30D9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7F689-8CF8-485C-80E2-0649733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9695F-16D9-48CC-A457-4C5236BB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C4577-C6A8-4093-88B3-577C3536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0772F-61B6-4A9B-ABBB-58DD8802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d2d4179564383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E0AD8-F711-492A-B75F-1EC8F4B9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C9D53-DE9C-450F-87D0-6C06D9F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Logistique Portuaire &amp; Fret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A773B-7838-42C5-AE59-6D379930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Fluidifier la coordination portuaire, documentaire et opérationnelle dans des chaînes de flux complexes.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25C2-E1A4-467C-8D0F-26DBEEF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terminaux, acteurs portuaires et opérateurs fret qui veulent transformer l’IA en meilleure lecture des flux, meilleure discipline documentaire et meilleure coordination interéquipes.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A452D-C94F-43EC-BDBB-2E721A49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F29F6-2A09-42A5-B3C8-F4865F1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03CCB-51A5-4DC7-AF66-9F35290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38691-A217-4FEA-B041-BEEE0523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F7ADB-6ADD-4F88-8A90-AA28F1A5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99B9E-4A55-47AD-A435-2782EAF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3CBC5-AA33-494F-9EE7-4640734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4B391-68BE-4F23-A7E1-D7EF7AD7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Fret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FC9A-97FC-4B5D-A158-DF8D1C50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A4AB7-F46C-471E-89D8-6CB1F0B9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Port / Logistique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C2082-6C2E-48BC-BED2-46DA4AF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4545F-24D3-4518-9376-75AD5CED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aérien / Aéroport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810D0-D99E-4D25-87F6-2385749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82F76-F8A7-442B-A13B-3451604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6BC01-CE62-4096-9A95-ABC496D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05150-A385-46F5-8417-1CD0090A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942A9-0DC8-48A4-972E-E4335C79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25846-AAA7-40EC-8819-88D3D77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4010B8-A939-4FD3-B7D7-24750A3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5D4EE-486E-42B0-8837-DCB2123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1FFD4-FC82-4154-9991-4E54C58E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4D889-2CE9-4CA6-ABAD-3CC67C7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0A044-3B8D-488B-A384-A3AC7E3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3B0C9-40E4-4D01-8A3F-22C681A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E7DA5-DD53-46BD-9235-C9ACFBB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7337E-60E7-4292-B4DC-6B2C49CB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5AA04-F0DF-4911-9A4F-7378DC25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24B80F-0A07-4FD2-8C25-D890F01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E0412F-1220-4FFC-A81D-2CFB126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E83E0-561D-4721-A7BD-7EDC54FF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58FBAE-5DB1-4E79-9BAA-5D88C968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565365-A818-4B86-BD4C-2012553F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816551-BAB7-4B2B-979E-06DD016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E8082-2F5E-4F7D-A10C-144B71C7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451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4CC47-A5AB-48DC-A5D5-3FF2A2C7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0D8E-C78A-48E9-8433-5BF48B68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A5AB0-CAE2-4045-8299-8291AB7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logistique portuaire &amp; fret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6DB94-B307-491C-A164-5223B36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secteur attend des gains visibles sur la lecture des flux, la traçabilité documentaire, la coordination des incidents et la rapidité des synthèses d’exploitation.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F8406-9F99-40D1-9612-8F0C9533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48c5d4968439e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BB5F3-F2EC-4654-9817-3D6C898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0CCC7-5B83-4437-BB33-38CA761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197F-6C7D-4C10-8BAA-8CB70AB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0F580-3C29-45A7-B3B4-C8CD218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E749-F691-4351-AC40-C8E9442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749A0-84E4-44E6-A58E-2FC5BB10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CD3CC-9331-43E1-AF83-CB73B469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5A566-9337-4FF4-8A16-F7AC869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D728D-902D-41CE-B4F8-EA6F6DC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FF435-5BCD-472A-8519-FB3025D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Fret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3AD06-EA37-420A-94CE-59BDF11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81DD0-B65B-4381-9CA9-86D99C5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Port / Logistique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E7D2A-EF83-44AC-9CE5-6BFD801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0B7B7-A9AB-4F00-B86F-9B76A14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aérien / Aéroport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B2322-18B8-4668-A936-BC74A66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29F80-7C36-429B-AB1A-1AE3E61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52EEE-A3AB-462F-97D0-C2F69BB2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ABDB4-5B53-4AA7-AF8A-6128240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CA335-885C-4391-A724-FEA6ABE7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62E05-B079-44DE-A69B-47F07253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17910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883AC-8FB7-482D-8AFA-C253A4A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68EAC-3882-460B-973C-26CA6D0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E9EFB-4088-455E-BF2F-865E050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5DC0A-003C-49BB-B9A6-95DF9B60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E24DB-C2EA-44DF-B744-4506364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7B336-393D-4369-9EB5-B835927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959B7-827B-49F8-B57F-884CA20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dense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12A8E-255A-47A5-92EE-BDE3123E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71996-BE60-4B30-B6C9-92F3589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Bordereaux, mouvements, incidents et validations circulent dans des séquences lourdes.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D5F3D-96B2-4564-95A9-CF69E44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BE5CE-3131-479A-8762-1CE2F28A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pièces et synthèses deviennent plus faciles à relire, retrouver et partager.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7419A-5E1F-413C-BF71-02B67257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5409A-A366-40B9-9559-DD2544AB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7F37C-9EDC-44C4-BB9E-EF8A8D08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multi-acteurs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743C6-1922-49AE-839E-E743B42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C6893-8762-46DA-B5C8-1F0DE147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Terminaux, transit, sûreté, exploitation et support avancent avec des rythmes d’information différents.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7EA5D-0C90-4DD9-A193-579B13F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49DE4-2485-47F4-B38F-6C9EF30A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briefs et synthèses améliorent l’alignement opérationnel.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B867F-F7CA-4EDC-88AB-84947EF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BD23C-0EB0-4B2A-A726-F5CA301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95B4E-6F7B-4D14-9029-78787B0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Anomalies peu visibles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9B123-5FA0-4C39-9196-14CC1361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42107-2BA4-415C-8EDD-9E7ED86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écarts remontent sans hiérarchisation claire.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012A8-3CE5-4382-A8FF-38B9A96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02D89-682D-4B11-8483-C335AE6D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lisent mieux les exceptions et priorisent plus vite.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D1A0D-4D2D-4FC8-B333-6AB67A8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4730D-1C60-4EF5-965E-DE11BE45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8F964-6315-4DD4-B6F2-B627BB6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exigeant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95F9D-F253-4606-B4F2-E4E5A6BE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9C7F0-9718-4D86-B378-72A0DABF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opérationnels restent trop bruts pour la décision rapide.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159BB-D183-4D27-A12A-1986DD88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AE1D8-7A8E-4ECE-AA4B-BB6C5C95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 gagnent en commentaires et en contexte métier.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48011-712B-4C1F-AFD5-20E53F48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B97D4D-ED3D-4A21-B15E-3BA05814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42E924-82CF-487C-B796-FC360BF1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622529-2F1F-4D5E-BD9A-0E4B9424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9F2139-C9CB-4795-BD10-19BD122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3B4E6-7505-4A9C-A3E9-74FC139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15837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61074-199E-4424-BDCA-F0E4C41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90258-2B96-4EE8-ADA3-D63FCBD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74AB-B9C5-4AEF-8F84-2F3D8621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9BB92-ADF5-45A9-B35A-5B0BAC92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52B4B-A223-4C81-839F-B06655E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2033F-E84A-4ADC-9147-D99CF80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Traçabilité renforcée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2F969-4C3D-440C-B90A-831F993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flux documentaires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7E0AC-F630-45CC-AD87-D43F4C5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classement, synthèse, récupération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E5CB1-50C3-45D2-8BFD-D2623A1E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5C420-83F9-472D-A2E1-1AFF1B4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plus nette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10B07-2A52-4711-99ED-4596F7C4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les acteurs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14E2F-D5A0-4BD4-A12C-4997DA7B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briefs, incidents, priorités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3F641-766F-45B4-B38C-092B325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CFD08-69A3-44EB-9105-EFEE87B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Exceptions mieux 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BD588-27AF-4E7D-A679-DEB9350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 l’exploitation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F7EBA-4503-4C9D-B20B-B673283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alertes, écarts,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20B2D-33AA-48DF-A573-833D2323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24A79-53E1-49E3-AC3D-5A4511E0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plus utilisables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604FF-E63B-4547-B11A-241F149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6DF09-A979-4BE4-A873-A8EEADF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et rythme de pilotage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6CE64-67B3-47BE-8D6D-5BD19AD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7725B-6CC0-4289-9FEB-32838BBD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38F6B-551A-4AA0-82CC-9F4311D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BD29E-59C7-489C-BA87-52907C6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958C6-4611-4658-910E-2E3B130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707BF-E51D-485D-B972-FB54B341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0A95FE-86F8-4EE4-90DF-9091524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69004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0734D4-7608-492F-BFFF-ED4FB1F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DFA78-E29B-4847-B15F-ADAAAF71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9B14-A2DA-46E3-92C4-95EF780B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6ADE7-489A-4633-9B41-4B823FFA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E3694-39BE-4791-B0ED-D6D4DEEC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BD4E2-E042-4E05-86C8-22731D1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36AA4-7198-4B0B-8A46-E3991C8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d’exploitation portuaire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BD65A-4A6C-4267-8BA1-E4876478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C670B-1461-47E3-A462-DBA57ED1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critiques sont dispersés et difficiles à consolider.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F6EA1-7935-40E4-A74D-809188B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00A02-8AF4-4511-A977-5A87DB05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structurée rend l’information plus accessible et mieux rangée.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D0A85-F5B5-4F09-895D-A07C6BC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684FE-AE3F-4C6D-9988-730E677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qualité de classement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17B36-1EA1-44C0-B864-FBDDE10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01959-7B80-46B4-A442-5881FD5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16317-1EA2-44D4-9F45-BA04456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mouvements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F8997-2DD1-4BBB-8BBE-CCF2F46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A953E-CFF8-49D9-80F3-780944D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reçoivent une masse d’informations peu hiérarchisée.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68A2F-9475-4A9B-8375-52E00EB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11B54-0391-4831-8D64-0525343C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mouvements, retards et incidents sont résumés pour action rapide.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7FC76-FF8D-4225-86BD-DF0A025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ECF4A-F946-41D4-B4EC-F93C596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; réactivité de coordination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9C0FC-2A57-4F3C-A893-BEFFE409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EB107-CB57-437C-8E22-EC61C20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FDD98-5B8B-4A60-A89F-AFD7D87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d’exceptions et alertes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5D5E4-1F4E-4B73-AC51-FD1B4DF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969E7-04AB-4231-A44F-06AE965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écarts sont visibles tardivement ou sans priorisation claire.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45B96-D419-4B2E-9F2C-C98EF7DA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86A56-0782-4E64-AC6F-1F06E147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exceptions ressortent plus tôt pour traitement ciblé.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ABE18-160B-469D-B7FC-64CABC1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F0B4C-0072-4C49-8D73-09A354F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délai d’escalade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FF473-087D-4720-A235-33ABB4A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0CD12-920E-4CC1-B442-C9F3A039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5584D-00D2-45C4-8FEC-36709B83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des KPI de terminal ou fret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0838C-DA7E-44E5-95DE-37BF0FD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EDB84-2FB5-4645-9C33-465338A0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de bord restent techniques et peu pédagogiques.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0663C0-1BC5-4A12-8F59-4B038B5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16AE48-D5FC-43F2-8DD6-FC6EEE9C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disposent d’une lecture plus managériale des indicateurs.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53E7C7-E59A-4704-95EE-1A6AA2F6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A10AF-37E7-4DA3-B7A1-CEDF0C6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délai d’arbitrage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156453-0802-4DB8-A0B6-344A5BE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EDB8CC-FDD2-451B-A931-61647893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58D316-780C-4BBF-AA23-4666A44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82599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6BDC6-73B7-48A6-8948-009B87C1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D1FEE-E803-4697-B4AA-3031F77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B1C56-6FD2-4DCD-8F18-E19FEA3A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8AF9-E339-4373-8FBB-55A7FA8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08A5-577C-4459-B026-0F544A54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9065-D6FE-467E-9A82-9654E6C7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1EB7B-E397-43A1-9E70-E9AC024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d’exploitation portuaire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407A0-B730-4491-9398-49FF7F42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8F138-3F1A-4D46-BBCD-8F486D5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documents critiques sont dispersés et difficiles à consolider.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5AE45-5322-4E5E-BCAA-9BA46027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A3841-AD19-4125-A7E2-C9DF260C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structurée rend l’information plus accessible et mieux rangée.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C927B-2D24-4165-9473-68EB6B1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09E3C-11EA-4A57-8E41-BC9E07EB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recherche ; qualité de classement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9B6BC-F86C-4E80-AB22-CD1F0EF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AE27B-5FBA-4A2E-9F03-FCE7259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AAB61-26A0-41E6-BA9A-C7F4C2BA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mouvements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8FAB5-445D-4921-96BF-AB7DE60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1D691-AB3B-4735-AE92-9B560AD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reçoivent une masse d’informations peu hiérarchisée.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536E0-0D98-4E16-BFB7-9264D20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F6CCC-7CD5-4B1D-9EB4-7DB819A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mouvements, retards et incidents sont résumés pour action rapide.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C450C-B901-46AA-A3A8-54523B02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CDF6C-6A7F-4391-A7D4-ED1A1ED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; réactivité de coordination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63735-F65B-4952-B6F0-A03219D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ECCA8-58FE-40B4-A769-9157DCF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EB5A4-ADAF-49ED-BD4A-6201744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8E246-F92D-4927-9E57-9284D49F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188EB-EADD-4F23-B52B-C1BBB606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6728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6ECA5-50BF-4568-A3DB-09E5411E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EF66-BBE0-4E88-B64F-BB66841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B08C8-1B87-400D-A7F1-D878EDC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A5586-94A4-41CE-BCF9-6068DC7B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1AA5-A37E-4E7A-ADDC-B783EF0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C0FB8-B66F-4251-B133-6F0235A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6572-9126-4EB7-9F14-A1E22EC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A480-B084-433F-ABD1-2A0048E3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374E1-9628-450A-90CF-A42DC697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20B66-3FA4-4CD1-A689-FC261881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D9778-E809-4D6A-A755-9C3B08A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1A77E-9FCA-4D19-BF7F-69BB694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1464B-870B-44D8-BE72-B6D1AB5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3766-7904-4820-B8E0-90790BFD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DEA64-6BDA-4131-B6B0-1126CC7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89DA6-3F25-42C4-BB4C-FB96DFA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99F31-14D2-46DD-ACC3-3E89793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8D50A-23C7-43EE-B17F-B00BE49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26E7A-4486-499A-AC60-C8220BA5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F1D29-3580-491D-BFF0-1BE0121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911AD-9714-47E4-AC79-1C44E2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4DB40-3251-43EF-A30B-C0BADC81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1ADEB-C65F-4D9B-BAA7-16CDE33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D95E7-9880-443E-814B-BB65E0A6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B7AB7-3E26-4B1A-B212-015784C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29759-B49A-41A5-8060-A69BB22D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11624-A44F-47D5-A352-D97413B3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4C6DE-FA6E-4EEB-89C4-81947B3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76E1A-FD29-4775-9C49-2BED1D4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6E3E3-691A-49D0-BAEF-96269387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Tableaux de Bord Administratifs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5F55A-622B-4303-BD37-9567B5E4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3382B-8697-4F21-8B71-A6660522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66F967-E90B-446C-880A-86492E3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structurer la discipline documentaire autour des flux.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de lecture des incidents et exceptions.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plus proprement exploitation, support et management.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KPI un commentaire plus directement exploitable.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F32BB-29DC-4D44-B28C-672666E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6E1A8A-2BF4-4114-AF8A-9ED13DF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B7134-B9FB-4D08-8B30-D8EFAF5C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D88BA-627E-48A9-9EEB-0975E58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E2CC77-B7B2-48AD-BC2B-C19FE3F8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0273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478AE-6C6F-47A5-A107-C311F4CA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D841B-F89A-4CC7-8799-A85BDA53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671FC-D86E-4305-9F19-8E8F1A6A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4A1DE-CFBB-4263-83AC-1EEDE25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2CB31-3E15-4AC8-AD44-612A17C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B1F67-1ED2-4F18-8D62-B2034890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A2BFC-B4F4-42B2-8DA0-86B5727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7C0E2-FDA0-4D93-A575-699121C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9C24C-B915-4C0C-A7CD-FDFBF86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17404-F754-4E8A-B854-D54032C9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483AE-3C2B-407E-8A73-F199286A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7CE70-DD4A-49BA-99CB-3D51E7F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B21F0-745A-4F07-AFCE-3BD6D86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A4508-F21D-4D82-97FC-58FD7AD6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5D52B-F247-40DF-8C7A-FA1F0D91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0AB85-4DCC-48F9-A317-7862DED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18759-AB88-44A7-B242-D6F855D4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D5140-FA8D-4692-815D-C3BC03E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7EC89-8A23-4F43-99C0-2F52081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868A2-FE52-4D7F-9A24-B2BC535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7D887-F623-44F5-8582-61D8084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19646-54C2-461E-B4FD-641F977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8480B-6BE9-4AA4-A559-A3D0D920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AFBAC-F44C-4E4E-A002-2ADE5908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4517B-93F8-4F10-ACE7-C13A5AEB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C1CF4-F832-49E7-A3DF-CE0B5F6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29174-A126-4154-B0CA-13F413AC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E9736-2AEF-4C64-A256-BF38ACB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EB602-8180-44E9-9B70-D380F1BB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AC834-B2BF-4483-9C78-8298AFFE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62831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D7E8E-8C04-4D0D-BECF-55B0E832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5725C-C4FB-42C4-B3A7-920BF49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6EBEF-83F8-4EE5-A5D7-72E6212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logistique portuaire &amp; fret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9FC7F-039B-4837-96BA-88E7204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8522D-4A09-411A-998A-C185AB8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1770F-53F2-4DAA-BA4B-7D792D3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3204F-E58A-4DCA-B2C2-FFD9FF89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2AA18-59EC-4D77-9793-A264C15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Logistique Portuaire &amp; Fret.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60679-8560-4932-9ACA-116EE97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1A538-BECD-4A2B-BF59-0458BDC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57533-BA5F-4497-B636-D9B4F61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1BD05-3F25-4573-B99A-D827B83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BAB56-141E-4B23-AA54-C16E57E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0E5AC-B0FC-4470-B315-28F75CF7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ED9DB-BB72-439D-8BF4-38D7FA9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33F96-0C0E-4B87-ABA7-59EE5403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F15AB-FD13-4D78-904A-BCE7012E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BE309-3310-4D31-82F2-AB68F8E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78628-A745-4C4B-8498-64C1D01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A006A-0AB3-49CB-A137-68AB5CC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335BA-2F3E-4F49-BF49-3D02720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679A4-86E2-434D-BFCA-98AD79C2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20F6E-C380-4A25-BA73-E6DA11E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41DAB-8E26-4494-9427-A620834C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A5F1B-9740-47B5-9F4F-F556F239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4F403-FC57-4624-938A-079EEED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BC4C0-4E4B-48C2-930F-2680C9B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51907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69306-13C2-4443-9EC9-26C4346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23DDE-70F2-4FB0-8801-8629FA0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0dfe7852f4eeb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C65A5-FCA8-4081-97CA-2A420E6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71386-CF5A-439B-9A06-C4BD39B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F383-7A1F-4D90-96E1-2EF0953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72B05-34FB-47DC-90B7-DAFC44E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3BD77-5C0E-49FB-A4CC-94EDE7B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439FF-F1C2-4451-982C-43A1F3E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2A2DF-A876-4390-90BD-52060742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59C04-92CB-41D1-9C17-BEFD5B7C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B219D-1BD0-49A2-B31F-F5BC459F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09460-698E-4ED3-AC67-0732A1D7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9BA14-B478-418F-ADAE-FBC9AE9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92180-F8C6-408C-AE74-1CB09232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57F8F-6E6F-47C8-BA52-5F2169D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30B46-8499-44A9-BB3B-C3C8DC4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96364-1101-4BFA-BBCB-DEC6B03D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88279-44F8-43A2-8748-F93DFB2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B49D9-AA7A-47AA-8C80-3315FF4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Fret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4E47A-6282-4800-AF42-4AAE1F6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999DB-3051-435E-98AF-550C828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Port / Logistique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2FECE-93C1-468B-BCFF-5E726E1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C90CB-8BBE-492E-BFAF-09DCDF90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Logistique Portuaire &amp; Fret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87632-24F9-4DA7-B656-D09EE41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3007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2026-06-13T00:09:42.2280000Z</dcterms:created>
  <dcterms:modified xsi:type="dcterms:W3CDTF">2026-06-13T00:09:42.2280000Z</dcterms:modified>
</coreProperties>
</file>