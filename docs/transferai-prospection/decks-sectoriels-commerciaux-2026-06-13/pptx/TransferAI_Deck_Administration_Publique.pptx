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39d2787e84908" /><Relationship Type="http://schemas.openxmlformats.org/officeDocument/2006/relationships/extended-properties" Target="/docProps/app.xml" Id="Rccae7baff07b4677" /><Relationship Type="http://schemas.openxmlformats.org/officeDocument/2006/relationships/officeDocument" Target="/ppt/presentation.xml" Id="R36ec5df5f81847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fc345db4645ff"/>
  </p:sldMasterIdLst>
  <p:notesMasterIdLst>
    <p:notesMasterId xmlns:r="http://schemas.openxmlformats.org/officeDocument/2006/relationships" r:id="R33664b7aa2264295"/>
  </p:notesMasterIdLst>
  <p:sldIdLst>
    <p:sldId xmlns:r="http://schemas.openxmlformats.org/officeDocument/2006/relationships" id="256" r:id="R80c5676a86274f51"/>
    <p:sldId xmlns:r="http://schemas.openxmlformats.org/officeDocument/2006/relationships" id="257" r:id="R3e4f459f826a40ed"/>
    <p:sldId xmlns:r="http://schemas.openxmlformats.org/officeDocument/2006/relationships" id="258" r:id="R54be920a69f644fe"/>
    <p:sldId xmlns:r="http://schemas.openxmlformats.org/officeDocument/2006/relationships" id="259" r:id="Rd6d0154415514ae6"/>
    <p:sldId xmlns:r="http://schemas.openxmlformats.org/officeDocument/2006/relationships" id="260" r:id="R12a15bfcd38f4965"/>
    <p:sldId xmlns:r="http://schemas.openxmlformats.org/officeDocument/2006/relationships" id="261" r:id="R7ba8bffccad14d74"/>
    <p:sldId xmlns:r="http://schemas.openxmlformats.org/officeDocument/2006/relationships" id="262" r:id="R1fe56998f34049a6"/>
    <p:sldId xmlns:r="http://schemas.openxmlformats.org/officeDocument/2006/relationships" id="263" r:id="R4fcc083b140d415c"/>
    <p:sldId xmlns:r="http://schemas.openxmlformats.org/officeDocument/2006/relationships" id="264" r:id="R2063313c8ddd4761"/>
    <p:sldId xmlns:r="http://schemas.openxmlformats.org/officeDocument/2006/relationships" id="265" r:id="R47dc2cf2d8e641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3c3a7469854590" /><Relationship Type="http://schemas.openxmlformats.org/officeDocument/2006/relationships/slideMaster" Target="/ppt/slideMasters/slideMaster1.xml" Id="R01bfc345db4645ff" /><Relationship Type="http://schemas.openxmlformats.org/officeDocument/2006/relationships/notesMaster" Target="/ppt/notesMasters/notesMaster1.xml" Id="R33664b7aa2264295" /><Relationship Type="http://schemas.openxmlformats.org/officeDocument/2006/relationships/presProps" Target="/ppt/presProps.xml" Id="Rfebda83cf2d94b74" /><Relationship Type="http://schemas.openxmlformats.org/officeDocument/2006/relationships/viewProps" Target="/ppt/viewProps.xml" Id="R55e26d9c97cd4671" /><Relationship Type="http://schemas.openxmlformats.org/officeDocument/2006/relationships/tableStyles" Target="/ppt/tableStyles.xml" Id="Rd4defcae7daa4e59" /><Relationship Type="http://schemas.openxmlformats.org/officeDocument/2006/relationships/slide" Target="/ppt/slides/slide1.xml" Id="R80c5676a86274f51" /><Relationship Type="http://schemas.openxmlformats.org/officeDocument/2006/relationships/slide" Target="/ppt/slides/slide2.xml" Id="R3e4f459f826a40ed" /><Relationship Type="http://schemas.openxmlformats.org/officeDocument/2006/relationships/slide" Target="/ppt/slides/slide3.xml" Id="R54be920a69f644fe" /><Relationship Type="http://schemas.openxmlformats.org/officeDocument/2006/relationships/slide" Target="/ppt/slides/slide4.xml" Id="Rd6d0154415514ae6" /><Relationship Type="http://schemas.openxmlformats.org/officeDocument/2006/relationships/slide" Target="/ppt/slides/slide5.xml" Id="R12a15bfcd38f4965" /><Relationship Type="http://schemas.openxmlformats.org/officeDocument/2006/relationships/slide" Target="/ppt/slides/slide6.xml" Id="R7ba8bffccad14d74" /><Relationship Type="http://schemas.openxmlformats.org/officeDocument/2006/relationships/slide" Target="/ppt/slides/slide7.xml" Id="R1fe56998f34049a6" /><Relationship Type="http://schemas.openxmlformats.org/officeDocument/2006/relationships/slide" Target="/ppt/slides/slide8.xml" Id="R4fcc083b140d415c" /><Relationship Type="http://schemas.openxmlformats.org/officeDocument/2006/relationships/slide" Target="/ppt/slides/slide9.xml" Id="R2063313c8ddd4761" /><Relationship Type="http://schemas.openxmlformats.org/officeDocument/2006/relationships/slide" Target="/ppt/slides/slide10.xml" Id="R47dc2cf2d8e6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161dfd5e5d46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2986e9f0f46e5" /><Relationship Type="http://schemas.openxmlformats.org/officeDocument/2006/relationships/notesMaster" Target="/ppt/notesMasters/notesMaster1.xml" Id="R855dc5a3cc6242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bfd6cce98943da" /><Relationship Type="http://schemas.openxmlformats.org/officeDocument/2006/relationships/notesMaster" Target="/ppt/notesMasters/notesMaster1.xml" Id="Rf0241f8f35cd4d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d0473921c45fa" /><Relationship Type="http://schemas.openxmlformats.org/officeDocument/2006/relationships/notesMaster" Target="/ppt/notesMasters/notesMaster1.xml" Id="R6ea6bf7ae69445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a9aff77c934545" /><Relationship Type="http://schemas.openxmlformats.org/officeDocument/2006/relationships/notesMaster" Target="/ppt/notesMasters/notesMaster1.xml" Id="Rf17157f2993e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def8a301894dd9" /><Relationship Type="http://schemas.openxmlformats.org/officeDocument/2006/relationships/notesMaster" Target="/ppt/notesMasters/notesMaster1.xml" Id="Rfe222dc76b484f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33248449fd4ac3" /><Relationship Type="http://schemas.openxmlformats.org/officeDocument/2006/relationships/notesMaster" Target="/ppt/notesMasters/notesMaster1.xml" Id="Ra279376b0a33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7f56dc2104450a" /><Relationship Type="http://schemas.openxmlformats.org/officeDocument/2006/relationships/notesMaster" Target="/ppt/notesMasters/notesMaster1.xml" Id="R7ce8f36363c04b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0e72823db24eb0" /><Relationship Type="http://schemas.openxmlformats.org/officeDocument/2006/relationships/notesMaster" Target="/ppt/notesMasters/notesMaster1.xml" Id="R0d850d97617f41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e48fd2d997495a" /><Relationship Type="http://schemas.openxmlformats.org/officeDocument/2006/relationships/notesMaster" Target="/ppt/notesMasters/notesMaster1.xml" Id="R1afc9c863702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ad0dc677934c39" /><Relationship Type="http://schemas.openxmlformats.org/officeDocument/2006/relationships/notesMaster" Target="/ppt/notesMasters/notesMaster1.xml" Id="Rc6109d31695a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701b7c22246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f19087d7c4818" /><Relationship Type="http://schemas.openxmlformats.org/officeDocument/2006/relationships/slideLayout" Target="/ppt/slideLayouts/slideLayout1.xml" Id="R772297a8611b44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297a8611b44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a96378c2e4ded" /><Relationship Type="http://schemas.openxmlformats.org/officeDocument/2006/relationships/image" Target="/ppt/media/image.png" Id="R98b480a51b574da6" /><Relationship Type="http://schemas.openxmlformats.org/officeDocument/2006/relationships/notesSlide" Target="/ppt/notesSlides/notesSlide1.xml" Id="Red04a4049139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89e5f3f3f49b8" /><Relationship Type="http://schemas.openxmlformats.org/officeDocument/2006/relationships/image" Target="/ppt/media/image2.png" Id="R38f07809c9024fed" /><Relationship Type="http://schemas.openxmlformats.org/officeDocument/2006/relationships/notesSlide" Target="/ppt/notesSlides/notesSlide2.xml" Id="R5c7f379541b34b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347ae8c544ff6" /><Relationship Type="http://schemas.openxmlformats.org/officeDocument/2006/relationships/notesSlide" Target="/ppt/notesSlides/notesSlide3.xml" Id="R971ec6e87e5e46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c320d65994ce5" /><Relationship Type="http://schemas.openxmlformats.org/officeDocument/2006/relationships/notesSlide" Target="/ppt/notesSlides/notesSlide4.xml" Id="R83fde3b1a57f4e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a30fba8547f6" /><Relationship Type="http://schemas.openxmlformats.org/officeDocument/2006/relationships/notesSlide" Target="/ppt/notesSlides/notesSlide5.xml" Id="R8d0a59e424dd48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98add64c247c4" /><Relationship Type="http://schemas.openxmlformats.org/officeDocument/2006/relationships/notesSlide" Target="/ppt/notesSlides/notesSlide6.xml" Id="R7ab466c25d834c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294356ebc4d84" /><Relationship Type="http://schemas.openxmlformats.org/officeDocument/2006/relationships/notesSlide" Target="/ppt/notesSlides/notesSlide7.xml" Id="R77248b39868c4e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4e3a24dfd445e" /><Relationship Type="http://schemas.openxmlformats.org/officeDocument/2006/relationships/notesSlide" Target="/ppt/notesSlides/notesSlide8.xml" Id="R2328562d6dc841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ad816d13a4433" /><Relationship Type="http://schemas.openxmlformats.org/officeDocument/2006/relationships/notesSlide" Target="/ppt/notesSlides/notesSlide9.xml" Id="R1aad0ad88d0946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d085b87394dc9" /><Relationship Type="http://schemas.openxmlformats.org/officeDocument/2006/relationships/image" Target="/ppt/media/image3.png" Id="R6c27ffb5b66a4a67" /><Relationship Type="http://schemas.openxmlformats.org/officeDocument/2006/relationships/notesSlide" Target="/ppt/notesSlides/notesSlide10.xml" Id="R9f9a47cf237041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430C5-08A5-486D-AFC1-29261C47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561EF-20F0-4F4C-9AFE-DD3F637F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A464F-642A-48E1-BAF4-7E38CCAD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9CEF3-C993-4BAB-9132-F10A489E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52A02-2B01-41FC-8836-E4F51ADA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480a51b574da6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C9279-BA94-4B28-8CA4-F3A46E8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31679-ABF4-4E27-AC12-3F54904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Administration Publique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4540F-698C-4DB0-A652-63FEF01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la qualité de service, la production documentaire et le pilotage administratif sans perdre en rigueur.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91813-C693-4AB4-8A1A-474880F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ministères, agences, directions générales et structures parapubliques qui veulent transformer l’IA en meilleure qualité de réponse, meilleure coordination et meilleure lisibilité des priorités.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BF2E5-D260-4204-8796-4B38B242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6CD8A-3E02-48D0-9634-4FC3D97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3F91B-3668-4547-83BB-53E3F7A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AEDEF-7F34-4098-AE9F-38A1CF2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452EA-B713-4FFB-A333-FA4D26A7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DEDCB-9AB9-4BC1-B989-4EEEFA6A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FE867-BD52-4FAC-9E1B-6903E67F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536AE-C192-4200-99B2-71C7ECC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B4966-A286-44A1-A034-B0A37867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43145-8A73-4719-9FE7-27BCBACD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Régulation / Marchés publics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6A735-7D05-4252-A49B-F25B4774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E7403-D62B-43E2-9EAA-49475D2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Technologie / Géomatique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87032-6326-4083-9E0E-B05871C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919BE-F5E4-4E86-8F4A-AF0FD103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C3CFF-F489-4212-AA5F-04A1C03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5C4F9-9A21-4FA3-9561-C95266E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DBC7A-2CEB-4EEB-B6EB-694A747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AFD63-3E27-41BF-A90C-B3A9F46E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7CB42-E264-40E0-96EC-2AFF3AA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97843-E7C8-4C84-AB5C-AC5F22D5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270BF-6572-40BF-AA93-8950060B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24183-C462-46CB-8AB7-180A2C39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8D8F30-7F04-4930-9B34-CE75015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E74D1C-00C2-4316-8586-2B12AD3A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D91C4D-D01B-4623-81C7-91643578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57003E-58BB-4C2E-82B9-30EDB5E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217F1F-4715-4039-B3B5-0B0E344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7DD531-646C-497D-B74F-337BA07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636F14-E8D9-401B-9BB5-90850A3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68802-7F4A-4829-9FFF-1C3498BE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209315-09A2-4122-AE8F-111267D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511813-808E-4E7D-B963-63D4E7A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FF690-B88C-44DB-B875-742683CA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AC9AF9-736B-4343-BB64-104A7693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5392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522FD-A64A-46BD-8E95-898DFBA5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5C79E-B6EF-4FC3-9005-43677735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A9C16-B295-49F0-A1B5-BF38751C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administration publique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329F5-3218-45BD-B9B5-DBBAF5DE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Ici, la bonne promesse est une administration plus fluide, plus lisible et mieux outillée pour produire, coordonner, répondre et piloter sans effet gadget.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5A95B-F3EA-422D-8022-BECCCBE0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07809c9024fed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0A254-454B-4E8A-A348-DC792A8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AC298-E82F-48AE-A37D-CD047524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44654-EF44-4A4E-AFFD-96DF7B3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AD163-43BA-460A-ABC6-3D7BD51C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E76D6-2429-415C-A56D-074ACD8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BFFCE-C663-4A16-97C3-0332E9AB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8EA83-F351-4EBE-9525-CE21B571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87B8-1102-49AB-A979-5989493B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1D89-913C-428B-8926-3271728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484F9-BC78-403B-803F-82381A26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C0136-035E-4AC3-8881-9E324AD8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214CC-2B2F-4686-817B-6C439535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Régulation / Marchés publics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BABA4-40E1-42E7-AF18-D6670D2A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AB90B-5EF9-4EAD-8C0A-FE1E74FB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Technologie / Géomatique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3DA6C-DB3E-4583-B896-189BE6B3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5CAB8-1608-4676-848C-E854C701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PME / Développement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3D546-C2E8-4759-B371-9887646C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9B5F3-C86B-41E4-AD21-CCE71B66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70CEC-035E-4497-AA73-F42B266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2CFB2-394B-4C66-8C57-424E46A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0E1A6-B96B-4FAF-B11C-DFAF3E1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4F503-6E02-4382-B320-7DA1061F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22472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4D972-A3C6-4353-ABF8-A9E31A8F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C8C40-5846-4809-A802-7439862B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4A83E-0C54-4DCE-8D14-A615FD81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E63C-927F-4758-8D09-C36917A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0E69B-0813-4C02-8B83-50686366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23620-AD9C-4A6B-B913-CE4139B5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DB30A-B507-49E7-B1F6-ED68E338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documentaire lourde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60864-5989-4337-9E57-537DAB6C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AC427-EF8D-40AA-AE11-3598E2B7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Notes, courriers, synthèses et supports prennent beaucoup de temps dispersé.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35DA8-EBCE-4CF5-A0B4-80521605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78956-1570-4140-8B49-48E1CFA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modèles plus stables et une rédaction plus rapide.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F831D-839F-4E8A-BD94-1156DDA7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51AD-7AA2-4630-933B-BD7D417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8F976-4347-40E3-A2DA-F5163E1F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Qualité de service inégale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FB0E2-9811-4121-8213-28D41AFD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186F9-BD90-49E0-BE30-CD206559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aux usagers et partenaires varient selon les services et les personnes.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5EF9F-2EEB-47EC-B908-2B5679D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2FBB8-9FE3-4A87-8412-F02AAC8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standards de réponse deviennent plus homogènes et plus faciles à diffuser.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61DD4-2341-43C3-A247-9FBE1B31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48D69-B7E9-4F59-A8DA-AC04CC0B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912FB-F067-42D6-BAA9-3C51DA4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transversale lente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38D47-AA43-49CF-9901-040656B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89933-FE30-41BF-A7B1-9D9AE947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arbitrages et contributions remontent difficilement entre directions.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6054E-A9C6-46B1-B876-0C254CB6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40663-2893-4DC2-8491-D76EDC38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briefs et synthèses facilitent la circulation des décisions.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28D69-D31F-4BF0-91D3-10527E51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FFFA0-4A92-4A60-A4D6-3EB56E3D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BECFD-84F9-4EF9-95E9-9C9CEC35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administratif peu commenté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11C14-5B6D-4856-B0C6-F13D7302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286B2-FD20-4F87-8E0E-0A548A5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indicateurs existent mais restent peu exploités pour agir rapidement.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EF14A-4277-44B6-BA46-8368028D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50846-5993-4F35-BA66-3C5C061A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disposent de commentaires KPI plus lisibles et plus actionnables.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5ADC36-F914-4656-8536-0500EAA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FDACCC-A4B3-4B4E-BFD7-A175E71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1EFB63-FBCC-4CD2-AA7E-A3730F3E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05DBB-7393-4952-ABD1-802DC5E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0AF91-4E24-4CB0-9872-24FA9E9C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7CE929-C57A-4A9A-92B0-B6B4407D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51560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9ACDE-C748-41D3-A7A1-984290E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81D25-E592-43DB-86B0-F75CD8B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FE83D-D5FB-4C22-99A0-90EA8FD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5B70C-17C9-45A4-89F6-C30DC2D5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2F19F-9EC9-4F36-B483-FCEE528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677B4-6B78-47B7-B9B7-286752DC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Temps de rédaction réduit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A1149-245A-4C40-9A8F-EF6A6432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notes et courriers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4D47E-9C19-447E-BB44-E4867CC9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supports, synthèses, correspondances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7FB68-F0FE-4D27-95E7-C666564B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84CD-5D2E-47C4-B362-A6A0597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7AD04-F696-435A-B8EE-46BC2A53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directions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9360B-B23A-45D2-952B-78BB9429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réponses, modèles, 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8682F-FC54-4364-94D8-62D5C0E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6DEDD-7353-4768-AD85-79553DD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améliorée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762FD-D30F-4A97-B2B8-044B1062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dossiers transverses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E0A91-4B05-4856-8BC7-28974F0C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briefs, relances, arbitrages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DC522-1F32-4D88-99AF-D05290FA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74075-1878-4388-A3E7-E4FC0E48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Pilotage plus utile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50D66-4409-4B5D-87C3-B7BA4271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responsables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CAB27-4BDE-499F-8297-8F9239C3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KPI administratifs commentés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A28C4-7389-4ACC-AEF7-369AB4EC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E3635-801D-4C6F-8A04-3BDF2D9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85817-6607-49A1-BA81-E6B08500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18576-383D-4A91-AF03-0260B572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2D8D2-9145-4636-AC99-D89BD8E5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47E7F-FB71-4511-9B77-764FC3C3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CD726-2526-471F-9205-CCC578E8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0518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67AF9-A018-4883-8FC3-B480D2D3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FA378-F258-4A3C-8F6B-D819CF3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18DD3-76A4-411C-9BF6-F993CB5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B73BD-1B70-4F73-A257-53CBEC0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43BC3-0293-4177-AC68-194C406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31AD2-5C71-41D5-BBA8-61FF3889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92B50-DDDB-492D-80D5-E065344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administrative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AAA52-434A-491B-A123-B635268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63171-4EBE-483A-915A-11EAC30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repartent souvent de zéro sur des documents comparables.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534BD-3901-40B5-973B-95C91F53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CB812-6880-4C6E-BA55-CB9689E6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cadres guidés accélèrent la rédaction avec meilleure qualité de forme.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E8AF5-7746-4400-B897-39B4130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9644D-9745-4B98-B06B-8110890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taux de validation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25946-AB5E-4247-89A6-5E52179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B1349-8DC9-4DA8-8D01-56615D83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D2B91-9B86-4AFD-973B-1B00B1D1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documentaire et procédures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11E2C-C8EC-43A0-99F4-EFB2D514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71337-49FF-461D-AC6C-452A870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modèles et règles utiles sont dispersés.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0E31B-869D-4BEF-B056-80CC9681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036BD-76BB-455C-B135-0D1EDE74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simple facilite la recherche, la diffusion et la mise à jour.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D5108-5646-46DF-BBB3-146FA845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7084D-2913-4501-A2A2-DA6990F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homogénéité documentaire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E82C2-E549-4580-B281-5D461F8E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D4BAF-9B91-4899-9BFE-7226EFF5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51829-EF21-46AC-A6E4-31C1303F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réunions et arbitrages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BCC46-9E8E-4052-9C48-BEE31A7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07C2A-4D82-46DB-BAB3-B988E6B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décisions circulent mal après comités et séances de travail.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A019F-D3BA-46A8-9996-BCAE3FC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E64EF6-BF7A-4E5B-90B3-12DAFDED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comptes rendus et plans d’action deviennent plus nets.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AF5E5-BFF1-4919-B0D8-D7B5BF0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3A485-C5AB-467D-A1FD-2695AEA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d’envoi du compte rendu ; taux d’actions suivies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82658-70A8-45C1-B967-B6B9CE8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2BE3ED-5051-404F-8FF2-1564449B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3A399-8D46-4724-A1CF-900AA53A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des KPI administratifs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923F00-A4B9-45A7-886B-517B47C3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6C5D2C-9B98-4662-8F07-6A4474CB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restent bruts et peu utiles à l’action rapide.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9DD8E8-B64C-45E3-A5EA-368822B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A32EE6-66E9-4327-9C07-66434E00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priorités ressortent mieux pour le management.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68CFDF-F1E5-42DD-ACAC-4C73402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7DAF4-D252-478D-83D4-9B51EBD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d’arbitrage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B72839-B733-4807-8FBA-8171FD66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2D14D2-5D6B-4F5F-BC81-CCF1556E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11E84E-B224-4262-8F6E-97CE2A5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0861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615FA-FA32-4C0D-A4BC-4A0FF48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79292-F254-47D0-BEEC-72366B7C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26149-62C5-42DE-8673-8CD739C1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064EA-63C4-4D8B-8356-927A48BD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104B0-BE53-4A2F-926A-E40CC14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33524-7890-4B9F-9E5E-FD1F09DB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78093-B4DA-4D5F-B019-7F8E6E39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administrative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C4F62-4F51-4281-9B28-08B98D23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C2259-9CCF-4EF7-BDF4-772C958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repartent souvent de zéro sur des documents comparables.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CBD55-BCF3-446C-A2F2-18472A9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D40C5-6388-4D34-AC40-F4DFD39C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cadres guidés accélèrent la rédaction avec meilleure qualité de forme.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71BFB-C8D0-4C1F-85AD-9BD95457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1B688-7C5A-44E1-A728-9A0DBE84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rédaction ; taux de validation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A4CC4-FA6E-4F2B-BF57-5A73F38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7DA1E-50B6-4C3D-85CD-BE4FB80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4DEC3-60AF-4CDA-A743-6121B61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documentaire et procédures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5E191-5F17-4C2D-B705-E2C66B3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FDF2C-B2E7-4E14-8783-7B0F6C0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modèles et règles utiles sont dispersés.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1FB9A-1F90-4EB8-96A6-E4E9E134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FC927-3EE2-41E2-9160-AA535603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simple facilite la recherche, la diffusion et la mise à jour.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3CCF6-D0FD-4483-9166-0FA4D87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04D1F-3F0F-4E5D-91CD-28455CAD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recherche ; homogénéité documentaire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10A32-E25D-40A4-BA2B-12415A37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E8705-14CF-4382-BDA8-56FB5B55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13FBB-34F7-40D6-B20E-7482D5A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BC60D-B8AD-4365-9A11-F35ACF4A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1F77E6-C009-4123-A899-D4C5CD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11216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B2658-2F34-4084-B973-9A3D16F6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E190-E1F8-4234-BFCD-FFB087AE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83ADA-212D-4BAD-A9F2-6D9A9E7B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CB673-016F-4EBB-AC00-692E990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1E749-58E1-4EDA-B701-D5E67348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1C664-9AFA-4366-B8E4-A7549B4E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8F7C4-1E28-4392-B841-8230DCA7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BC250-D620-4516-ABF4-B9F20C9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9ED5B-C449-49B3-8575-2651AC2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DDFF8-9DE2-40F5-9DB0-F1B8717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Automatisation Administrative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5A88E-A46A-4084-AC76-50CD464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F01ED-9347-43E5-B7C4-9B001CAA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5DE10-B537-4FFA-B44C-84C4E21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F7494-6CE3-4532-A8F2-8D8C5A4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D87AF-C6EC-4AA3-8E94-883C618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69D36-1AFA-478E-BB0C-518347B6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BF0A0-06A9-4D19-9500-107C0697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16FE2-AE02-45D4-A3BD-CF81F55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Rédaction Professionnelle Assistée par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97111-C8AB-4A94-A7A9-3194E33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9FEAC-D196-49AB-8BB4-E025878D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1EDDE-2B9A-4405-AA2B-D3E6A565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5E428-6BCC-4D17-949F-96AACA4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Tableaux de Bord Administratifs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E728E-CF64-4269-A454-89C4209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86D00-4075-4FCC-9F8D-C003AB4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4FD39-9A82-4A39-B559-6C0A36CD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2ADC0-1F7B-4F97-95FF-233B919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Conduite du Changement IA en Entreprise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16B5E-71D9-4005-9CA0-2F4B8759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01DB6-EAB0-482A-A581-35892A1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BB0B6-F367-46D1-BC1C-3CB81406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40EC0-BC1E-497A-A9D2-EA59577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Gouvernance des Données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8F8F0-023B-46D4-8A85-0D6F7F8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93DD3-0CC0-47FA-B907-07F3AACB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44598-AA70-48AF-AD39-4AA3CCD0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l’administration plus fluide sans affaiblir la rigueur.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harmoniser les réponses et documents entre services.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dépendance à quelques personnes clés sur les routines documentaires.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pilotage plus lisible des priorités administratives.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AA0138-9A49-458B-AFE4-168A016F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1D87CE-180B-44CF-B829-1F1898B6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7606A5-9B0B-414E-BE10-CDC71DE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BBAB6E-DDBC-436A-8788-67FAEA6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A78CE-44CD-4E04-8C25-9759FBB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2257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1CFF5-B4D4-4F3E-A738-C859857F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0BCD3-EAAE-4579-8E99-0C6ADE2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51F5B-CA8B-4EFF-9949-378439E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4F487-950D-4304-81EE-CC0B383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B91F-9261-4705-8EEE-7711F9E7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6F38F-E095-49E6-883B-A010BD25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CD41B-71A2-4E6C-9781-7312C98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CC264-FA26-4DEE-BAA6-38A2E0FE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3555F-4300-45D0-971A-6BD5E8EB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BE6E5-53A7-4CED-889D-016F9AD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754A3-F22E-4B38-BF63-6EE47D6C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31C95-D742-4DA5-9EA5-F598E65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F0AE4-B3EE-431B-A13F-9DBEACC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E6514-5FC1-4E6A-AF76-2A0E507A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5480A-7732-47B3-AE39-B79350AD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BBD58-594C-450D-B26D-C0C6EFC0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AC471-D917-4AD4-A8FD-09C2A54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31771-4450-4C47-9E1B-CEC6257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E39BD-89B5-4C68-9AC7-2E5E4DF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BB3F9-BDCB-40BB-ACFB-43964EB6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212E0-F136-4FFF-B1FD-F710C85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A6659-4D0B-4F22-A05A-1B1BDCDA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7D50C-D794-44DB-AC7A-FF95D31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DFD14-C035-448E-898B-F62CDC5F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AB85E-C2FE-4FE2-8C35-B577086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0E851-DA41-4C47-9053-EFC2774C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A8F32-79EE-494D-A1E1-F465201A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E9073-82B4-42DF-A6AC-5656C5A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B5C4D-0DEA-43CA-95A6-F5F103B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17A79-B501-4610-A591-C141EFB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16131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77877-1355-40EA-AD74-28682021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2ABF2-584D-4BDA-B6E2-CB5EF2AC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08AF1-D42B-4A80-A730-6F431E3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administration publique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11927-FBD9-4F71-BF42-F8CFF11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E5FDD-139A-4869-92F9-5320C5C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2DE16-9565-4BA5-97AE-F4B12270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ADF96-0157-4EAB-A37F-33565C38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E9715-D859-4E3B-8E77-141A8DD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Administration Publique.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7E166-7869-46C8-AAF1-09F59A5C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DB0FF-C850-4012-9B90-0421707C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A95B1-6CFC-4859-A23C-9802C2C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5D995-DCCE-4E50-8270-40FCA104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C300F-AA18-4D27-A3CD-E46C2713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73EBF-AC88-4B6E-93A3-2DBC69F2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0B040-562C-4525-820B-6F69ED6D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9E729-7024-4641-B987-24E2BE6D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96B13-AB0E-4440-B83B-9543CAB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01147-1F4D-40A5-8C9B-8564B51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CF1C7-2203-48F5-B680-87FF9FC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E7DFD-474E-45C9-8CDD-A21D273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60348-0B33-4623-9633-4808F3A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AD471-95BD-40C1-8BFC-82B82A5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46863-EE32-4C02-96C8-F88ED378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99FDF-93E6-4346-B2A7-2D84EF91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87AE2-012C-455A-8E9A-E7EE29E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59FC6-3F45-45AB-94B5-6D0E583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D955E-46A1-41B0-AE78-B155A53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09555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0F1AB-7D34-4E13-B7E0-CC0E0D84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13666-9EF9-46E7-B920-84D72286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7ffb5b66a4a67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62D7A-611B-4A4D-9883-A267A8A0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16C1D-8C82-440A-9398-03E200F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EF21E-DC36-41C7-91ED-6DC84B2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5D9C7-392D-4301-9337-8B9ECDFF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0669A-DDED-4714-A5F5-AD3189A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9E258-305D-4610-AA45-DF03C3DF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restent encadrés par validation hiérarchique, confidentialité documentaire et supervision humaine finale.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3DB80-DC7A-430F-BBFC-9559229D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75764-31C8-4889-8774-67F377AA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AA3A4-447A-4407-A320-610D69E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3B179-BE22-4191-8980-F9968E4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2D1A7-D806-40C6-B848-C7C51E2C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7B470-4B2F-4681-997F-F2282AC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0689D-EC58-4557-8D2B-74E228C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1B6C4-9D22-4230-8A45-30E7DF61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D6952-0934-4616-BDAC-B66AC10D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35016-7F14-46E5-8118-26E81ED7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A6862-E714-4CBA-9C6F-5447FE85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6E44D-FC5C-4DE5-96AF-0C1B4D3A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C021F-1F04-4151-A77F-B51939E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Régulation / Marchés publics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42CEC-DAC7-4E4B-9B2A-DC8C965E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0FE8F-F8A9-4A6C-B9E7-52B4A9CD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Publique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FCD88-5900-42B6-9738-7709EE6C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3136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2026-06-13T00:10:04.9480000Z</dcterms:created>
  <dcterms:modified xsi:type="dcterms:W3CDTF">2026-06-13T00:10:04.9480000Z</dcterms:modified>
</coreProperties>
</file>