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9104ec1dd4628" /><Relationship Type="http://schemas.openxmlformats.org/officeDocument/2006/relationships/extended-properties" Target="/docProps/app.xml" Id="R492ad70adf9f44be" /><Relationship Type="http://schemas.openxmlformats.org/officeDocument/2006/relationships/officeDocument" Target="/ppt/presentation.xml" Id="R33dde1307dd7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8d7e6af6f34294"/>
  </p:sldMasterIdLst>
  <p:notesMasterIdLst>
    <p:notesMasterId xmlns:r="http://schemas.openxmlformats.org/officeDocument/2006/relationships" r:id="R0d9bb8c9d7ec4aa4"/>
  </p:notesMasterIdLst>
  <p:sldIdLst>
    <p:sldId xmlns:r="http://schemas.openxmlformats.org/officeDocument/2006/relationships" id="256" r:id="R9ae604f71b41435d"/>
    <p:sldId xmlns:r="http://schemas.openxmlformats.org/officeDocument/2006/relationships" id="257" r:id="Rce456328f5264150"/>
    <p:sldId xmlns:r="http://schemas.openxmlformats.org/officeDocument/2006/relationships" id="258" r:id="R52df944ec5f44fd0"/>
    <p:sldId xmlns:r="http://schemas.openxmlformats.org/officeDocument/2006/relationships" id="259" r:id="R9cbb379d9886429c"/>
    <p:sldId xmlns:r="http://schemas.openxmlformats.org/officeDocument/2006/relationships" id="260" r:id="Re13e5238da7d4a2d"/>
    <p:sldId xmlns:r="http://schemas.openxmlformats.org/officeDocument/2006/relationships" id="261" r:id="R28972bda18be47d0"/>
    <p:sldId xmlns:r="http://schemas.openxmlformats.org/officeDocument/2006/relationships" id="262" r:id="Rac037b0b7c214d38"/>
    <p:sldId xmlns:r="http://schemas.openxmlformats.org/officeDocument/2006/relationships" id="263" r:id="R3c9127ce23c544c2"/>
    <p:sldId xmlns:r="http://schemas.openxmlformats.org/officeDocument/2006/relationships" id="264" r:id="Rb45e6fc922234f34"/>
    <p:sldId xmlns:r="http://schemas.openxmlformats.org/officeDocument/2006/relationships" id="265" r:id="R9d32297340334e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2112151ed43b9" /><Relationship Type="http://schemas.openxmlformats.org/officeDocument/2006/relationships/slideMaster" Target="/ppt/slideMasters/slideMaster1.xml" Id="Rdb8d7e6af6f34294" /><Relationship Type="http://schemas.openxmlformats.org/officeDocument/2006/relationships/notesMaster" Target="/ppt/notesMasters/notesMaster1.xml" Id="R0d9bb8c9d7ec4aa4" /><Relationship Type="http://schemas.openxmlformats.org/officeDocument/2006/relationships/presProps" Target="/ppt/presProps.xml" Id="R7ac67b0a0726489f" /><Relationship Type="http://schemas.openxmlformats.org/officeDocument/2006/relationships/viewProps" Target="/ppt/viewProps.xml" Id="R00a8cfbd31a1432f" /><Relationship Type="http://schemas.openxmlformats.org/officeDocument/2006/relationships/tableStyles" Target="/ppt/tableStyles.xml" Id="R7beab50543224447" /><Relationship Type="http://schemas.openxmlformats.org/officeDocument/2006/relationships/slide" Target="/ppt/slides/slide1.xml" Id="R9ae604f71b41435d" /><Relationship Type="http://schemas.openxmlformats.org/officeDocument/2006/relationships/slide" Target="/ppt/slides/slide2.xml" Id="Rce456328f5264150" /><Relationship Type="http://schemas.openxmlformats.org/officeDocument/2006/relationships/slide" Target="/ppt/slides/slide3.xml" Id="R52df944ec5f44fd0" /><Relationship Type="http://schemas.openxmlformats.org/officeDocument/2006/relationships/slide" Target="/ppt/slides/slide4.xml" Id="R9cbb379d9886429c" /><Relationship Type="http://schemas.openxmlformats.org/officeDocument/2006/relationships/slide" Target="/ppt/slides/slide5.xml" Id="Re13e5238da7d4a2d" /><Relationship Type="http://schemas.openxmlformats.org/officeDocument/2006/relationships/slide" Target="/ppt/slides/slide6.xml" Id="R28972bda18be47d0" /><Relationship Type="http://schemas.openxmlformats.org/officeDocument/2006/relationships/slide" Target="/ppt/slides/slide7.xml" Id="Rac037b0b7c214d38" /><Relationship Type="http://schemas.openxmlformats.org/officeDocument/2006/relationships/slide" Target="/ppt/slides/slide8.xml" Id="R3c9127ce23c544c2" /><Relationship Type="http://schemas.openxmlformats.org/officeDocument/2006/relationships/slide" Target="/ppt/slides/slide9.xml" Id="Rb45e6fc922234f34" /><Relationship Type="http://schemas.openxmlformats.org/officeDocument/2006/relationships/slide" Target="/ppt/slides/slide10.xml" Id="R9d32297340334e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c3a01d757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cd64ff90c45bb" /><Relationship Type="http://schemas.openxmlformats.org/officeDocument/2006/relationships/notesMaster" Target="/ppt/notesMasters/notesMaster1.xml" Id="R99f8fbdeb109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5c3240fd9d4921" /><Relationship Type="http://schemas.openxmlformats.org/officeDocument/2006/relationships/notesMaster" Target="/ppt/notesMasters/notesMaster1.xml" Id="Rb3712292b284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cf4eb6ce04ca1" /><Relationship Type="http://schemas.openxmlformats.org/officeDocument/2006/relationships/notesMaster" Target="/ppt/notesMasters/notesMaster1.xml" Id="R8e9ebc2b947b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ebed0f8584bb8" /><Relationship Type="http://schemas.openxmlformats.org/officeDocument/2006/relationships/notesMaster" Target="/ppt/notesMasters/notesMaster1.xml" Id="R3764d11515764c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1f673e007e4bea" /><Relationship Type="http://schemas.openxmlformats.org/officeDocument/2006/relationships/notesMaster" Target="/ppt/notesMasters/notesMaster1.xml" Id="Rebfc09ccf73b41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4ec7ee68624795" /><Relationship Type="http://schemas.openxmlformats.org/officeDocument/2006/relationships/notesMaster" Target="/ppt/notesMasters/notesMaster1.xml" Id="R9e7cc13a23f944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b59b847e2423d" /><Relationship Type="http://schemas.openxmlformats.org/officeDocument/2006/relationships/notesMaster" Target="/ppt/notesMasters/notesMaster1.xml" Id="R5448749ed88d45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27b0ce52d74a54" /><Relationship Type="http://schemas.openxmlformats.org/officeDocument/2006/relationships/notesMaster" Target="/ppt/notesMasters/notesMaster1.xml" Id="Ree6650dbc3d14d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54f038285e4d0c" /><Relationship Type="http://schemas.openxmlformats.org/officeDocument/2006/relationships/notesMaster" Target="/ppt/notesMasters/notesMaster1.xml" Id="R2eeec93b9f3049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1f8dcbc4a44330" /><Relationship Type="http://schemas.openxmlformats.org/officeDocument/2006/relationships/notesMaster" Target="/ppt/notesMasters/notesMaster1.xml" Id="R2f5f7d3681bf46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16ed90f62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c0ae7b20d84e43" /><Relationship Type="http://schemas.openxmlformats.org/officeDocument/2006/relationships/slideLayout" Target="/ppt/slideLayouts/slideLayout1.xml" Id="Rddb5b9ccba5940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5b9ccba5940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4b4c80c5a41c4" /><Relationship Type="http://schemas.openxmlformats.org/officeDocument/2006/relationships/image" Target="/ppt/media/image.png" Id="Rea9353b99d904d50" /><Relationship Type="http://schemas.openxmlformats.org/officeDocument/2006/relationships/notesSlide" Target="/ppt/notesSlides/notesSlide1.xml" Id="R9c576d8199af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75fc795a04a60" /><Relationship Type="http://schemas.openxmlformats.org/officeDocument/2006/relationships/image" Target="/ppt/media/image2.png" Id="R9b889012d57e416b" /><Relationship Type="http://schemas.openxmlformats.org/officeDocument/2006/relationships/notesSlide" Target="/ppt/notesSlides/notesSlide2.xml" Id="R0860528c1c7a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8f5244f4e4524" /><Relationship Type="http://schemas.openxmlformats.org/officeDocument/2006/relationships/notesSlide" Target="/ppt/notesSlides/notesSlide3.xml" Id="R287ead505e744f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9972b64f2442c" /><Relationship Type="http://schemas.openxmlformats.org/officeDocument/2006/relationships/notesSlide" Target="/ppt/notesSlides/notesSlide4.xml" Id="R898df771af71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d8a19b7124ab2" /><Relationship Type="http://schemas.openxmlformats.org/officeDocument/2006/relationships/notesSlide" Target="/ppt/notesSlides/notesSlide5.xml" Id="Ra418427ff5854f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30ecc32314cbe" /><Relationship Type="http://schemas.openxmlformats.org/officeDocument/2006/relationships/notesSlide" Target="/ppt/notesSlides/notesSlide6.xml" Id="R30ac17d143ae49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498c0fa1248ee" /><Relationship Type="http://schemas.openxmlformats.org/officeDocument/2006/relationships/notesSlide" Target="/ppt/notesSlides/notesSlide7.xml" Id="R91c5a0898881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ef46f34e4bfc" /><Relationship Type="http://schemas.openxmlformats.org/officeDocument/2006/relationships/notesSlide" Target="/ppt/notesSlides/notesSlide8.xml" Id="R28edb3e526644e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49f2f11e84ea9" /><Relationship Type="http://schemas.openxmlformats.org/officeDocument/2006/relationships/notesSlide" Target="/ppt/notesSlides/notesSlide9.xml" Id="R70526bee5eb7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9decc56bb4b8d" /><Relationship Type="http://schemas.openxmlformats.org/officeDocument/2006/relationships/image" Target="/ppt/media/image3.png" Id="R50a31ac3d405422e" /><Relationship Type="http://schemas.openxmlformats.org/officeDocument/2006/relationships/notesSlide" Target="/ppt/notesSlides/notesSlide10.xml" Id="R1be6a05cd67c4f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53C3C-5BC8-40F3-9F3F-4094CC8D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00FB6-ED40-4A69-ACB1-66F2CC48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36C5A-F451-43AF-B66D-BBE67F6D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CA598-25CB-4042-AA65-FEC723AD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45E0D-BD6E-4537-9984-14B5170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353b99d904d50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8230C-8CF7-40DF-A81C-926EA07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EC5CF-2177-4261-9D23-DF502BC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Industrie &amp; Manufacturier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A25EE-5782-48D3-A61B-40D7FA3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commenter la performance, les opérations et la qualité dans des environnements industriels exigeants.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CDF62-6C99-4976-8CB6-0B3D4C2F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industriels, sites de production et fonctions support qui veulent transformer l’IA en meilleure lecture des flux, meilleure discipline documentaire et meilleure coordination opérationnelle.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94306-4314-4369-94F6-293ECDD7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FCE1-7508-4CF4-94D4-679AA93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5761B-8202-43DB-B1E5-30A11417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5572D-86F2-4163-BBD2-A47AED33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FBA52-CBB1-4A0E-AA44-EB6D776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1CC27-FFA5-430A-A09D-ABF3472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alimentaire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73741-BED8-4353-AC00-3D42FB0F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57596-C117-4DD7-B357-FC73DF7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Textile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C2F76-0E6B-4032-B785-B3991DB9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86C94-7E4D-4092-9806-E78A3FF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Emballage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E4341-1AFA-45DA-B5CF-2FE738E9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B76DB-5E58-43DD-908E-3A8FA6CB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Aluminium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862C1-8509-4021-8A57-746144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8002B-936D-4610-97A8-A7E61281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0C6FB-D8AC-4115-B08C-81BF049A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6A370-56C9-4D0F-A679-E6C6151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42EDC-9637-4B15-96E7-8F74F13D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92F3C-13C0-4C47-8E9C-F08F0170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69425-3EA2-4FD5-8A5D-EDFC929E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DA04D-C468-4ED8-85CD-7CFA876F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BC244-3314-4C34-B99F-5C63C9F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A4879-24E4-400A-BA6D-B4C632A4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49E29-BCA4-49CF-B491-774E4CEE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79CAB-F335-408D-BBD4-E2C751D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38126-90A1-43FE-ABDF-835DBC4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E4E978-C421-4638-A2BD-89145CBF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12218E-6FEE-46B9-9BDB-697BB21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96CEA5-9375-47A6-936A-D589B399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D3D077-2A78-4F52-959E-1958078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614DFA-2A70-4F32-B6B5-76561C4D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209C13-128D-4548-AD0C-F35587A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0952FC-F724-4F9B-8601-41C9BA4F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5A1338-8482-4A89-9058-CA31C940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F5490B-D180-468C-AAE8-BD64366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32332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F041B1-A0D4-40C2-BC46-678DA820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D934-8660-4966-AF95-0172A10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2DE4-991F-4691-B812-963B6C9D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industrie &amp; manufacturier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ED5D3-1F9D-48A8-84AE-BFF0584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valeur de l’IA se voit ici quand la performance, la qualité, la maintenance et la coordination support sont plus lisibles, plus commentées et mieux documentées.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12B8C-C7FC-4D0E-863B-773BDC4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89012d57e416b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7E8B3-09C3-493B-B584-7136E81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4A3D6-EFB6-47E7-9F89-820DD6DE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5FD45-C7D4-4C2E-A0C5-640DC78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926CD-D22B-4F7D-A008-12BE675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C1BBE-F288-4AC5-933D-B625C468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84441-13A1-4834-85EF-6DF3A6F1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6B3A4-00D5-4CC1-967D-D713FFA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7BB55-41D6-435E-A638-08C9AFC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alimentaire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99CF8-93AB-44DF-B9F6-2B47D7D4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5C5A3-ACA2-4AE8-93A6-0A1261B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Textile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A868E-F2F7-4F7B-B8FC-98C161C8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5A4C9-68A7-4DFB-B100-DCAFA28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Emballage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6C289-8111-4DD2-AAEA-7026B4D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5FC91-285E-4E8E-BD75-3CB63D5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Aluminium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39F77-85B0-4AE3-8967-C8DDA1F0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79AAB-0314-4D59-9743-19AD0511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Câblage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DF953-DFAC-484F-BA2F-FEF472E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09E18-6605-4483-8026-E21935A6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A8042-3307-4703-B5C1-2557D872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E8045-711D-46C9-8D60-7542EBC7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C8087-A4B4-4427-B729-8382F3DC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C1D32-7236-4C70-A1A2-D12C1306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62663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0AD6A4-166C-440C-85E5-D1D257FE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6D04E-475C-46EF-A52F-D5E3471E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6B3AD-857A-45F6-9EB4-67AEE68B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D5A10-6591-4C6B-8DD4-BAE54ED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34E27-75FC-46A9-9F96-997BCD3C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2DDC3-B7F6-4CF3-906B-A69B19D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F1EFF-971A-4487-B8F5-6DA378F3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KPI industriels peu racontés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2AAC3-6B01-44E0-8AC9-F051058D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574E2-BD30-4FDE-9208-91A2D8A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chiffres existent mais restent techniques et difficiles à transformer en décisions rapides.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F797E-BBEE-4A9C-A03F-A8E5A9B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708A2-7846-4926-B95D-18170214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managers gagnent des commentaires plus utiles sur écarts et tendances.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5B169-B73D-4433-AD8C-29C7DC5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2931B-EC23-45F3-8A26-9E85A56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F6032-35A5-4ABE-9BC4-5A28722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Qualité et incidents dispersés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409F1-97AE-4CB6-9318-8C1799C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E0B5A-6386-4A16-BBD5-0B57505D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remontées terrain et points de vigilance sont suivis dans des circuits différents.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FCA9E-F8B3-40A1-9EFB-DA874F6E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716D0-ED35-4C43-BE57-9CD2F9E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signaux utiles ressortent plus tôt pour correction ciblée.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0242F-6B80-4F92-B2CB-64A804E5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B230D-587D-40A8-9505-1E747B0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DEA00-F34D-480D-999E-D10C820C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réactive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63BEE-1459-442A-9BE1-8DB4BC9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7B9CF-8DAB-48ED-86A6-EBB7F17F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historiques et alertes sont longs à relire avant décision.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61748-7EEF-4A88-85CA-59C44EF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C734E-595B-4B9A-BABB-F530A79C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d’attention sont mieux structurés pour accélérer la réaction humaine.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5A39F-3BF6-42BC-BB36-35F0B538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5EE4B-217A-4A94-B7CF-816F102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B73B3-9735-4D8F-90C6-C9FD2E0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Procédures et supports hétérogènes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B4B0B-DCD3-411F-889A-EA60105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625B6-B83C-4DA0-87C7-A3537502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de poste et standards de travail sont difficiles à mettre à jour partout.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BB9E1-F6A0-4720-937C-6BCE50E3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55DF0-F3B0-4BE3-95DB-6ACCD390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pratiques documentaires gagnent en cohérence et en diffusion.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357B8-0E12-4721-88F5-27A03D2C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9EBF4-A917-465B-87B4-D102C7F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95550-2C56-4352-AAB7-2D83F2F4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8095CC-6A07-470A-8BF6-1423940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105BD6-0561-45D6-BD5A-8899B48A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DE9EFC-7940-4620-91B2-35B4C8B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20578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FDB7C-E364-48EE-9703-34C1FDBB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64708-C7D3-46FF-BD21-9F8F1579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759A-8FB4-4146-895C-2CE0698C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DB03B-E733-49F2-B09D-310E0261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57844-B0D9-42AB-9160-032BA4DF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7D710-1AC5-4096-9DC9-0B151A09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31D68-2275-43B9-A8EA-DF50D0D5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performances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9AEDC-B359-4551-BED2-294830F9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écarts, production, qualité, incidents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AA1A2-4CBC-4BA0-A120-071F32D0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D0510-22FB-4DA5-AEBB-8D8BA20B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Réactivité accrue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54110-E6BE-442D-833E-0A7E1149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maintenance et qualité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C9DC0-1CC1-45DA-9F85-B806426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alertes, historiques, priorités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93AA-306C-4A18-AD10-60B12D7E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DF1B0-7483-4230-A1C5-8C7FB572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Documents plus homogènes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3D249-1E33-4700-AB69-BF8A70F3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sites et équipes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98584-FD28-4273-82C0-C972A7BB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procédures, standards, supports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5FE08-8B1E-42F8-878C-90144C57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2AB3B-987C-470A-9EAA-255CC888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Support mieux aligné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307F4-F013-4F3B-873F-07EC466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avec l’exploitation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8B2FA-3881-492E-9711-DBEBE6FE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achats, qualité, management, opérations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61475-680C-4869-B794-DB2EDCF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17813-B0F6-4EB4-9BCD-58322475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0A337-F6B6-4A03-855C-C3F3051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17B60-6FB2-42A1-8521-A8B45FC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84F79-324E-4F77-AB98-264A0469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FF2FE-1503-41FE-A8F4-1472086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5855E-1201-4F23-9712-68FC6E8B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5386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0A5E6-310E-491C-8720-A12D9AE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1C12F-5301-41A8-B24F-489A1D81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9094F-509B-4C2B-BC34-2FC9E879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683BF-7097-47A3-A19C-7051655F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A32E-F608-4943-B5B8-14C931BA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82B09-20E5-4721-8ADC-25FEC48A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C4A5E-7ACE-4043-95B8-976A712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KPI production et qualité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C4569-4D2E-4330-A8AD-B88FEC35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899C1-3208-4943-AB2D-18D93CD8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restent trop bruts pour une lecture managériale rapide.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CF15F-9F28-46D6-B351-8AACCFE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593D8-5269-4332-AB78-91C94CD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tendances sont mieux expliqués pour l’action.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20761-CBCE-4CF8-AC95-28ABF06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F96FC-4FF9-4DFB-91AF-A1C8974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8A31C-9FB1-4627-A02B-E087C0E3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0B9D9-B7C7-4BF3-B855-CB862F50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31041-55E0-45DA-BBCA-1D736EB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incidents et non-conformités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5EAB3-2EF7-482D-9525-F3F1A89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7C793-671B-4C2A-B2CA-FC65D2CF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terrain remontent mais restent longs à consolider.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BB518-38F8-4769-BB1E-E163793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2CFC8-33A0-49AA-95A0-7EFF8458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et points critiques ressortent plus tôt.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AD0D9-2844-4E2F-8CF8-D708173E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E643F-788E-4E5B-A6F8-616396E5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nombre d’actions correctives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79352-C85A-41EE-88B1-71F2BD1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673E1-CD19-4436-8E17-6DD9AA64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0D251-6A37-4BE1-827D-007365C9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assistance documentaire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A536E-7640-409D-9F7E-F0E3AFD8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671E-2DB5-4702-8219-057967D9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historiques de maintenance et consignes sont difficiles à exploiter rapidement.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73A8C-85B4-4EB3-A6B9-D1916B4C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06496-8EF9-41E8-8A17-C95603D6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d’une lecture plus claire avant intervention.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A85E6-6864-44F4-BBF1-02FA300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8881B2-715C-40C5-9774-0696A07C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délai de réaction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5E6213-C01F-4469-ABAD-29B2584C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AC7EFF-A57A-4CE5-A62E-4DB37878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584166-A5F7-488A-A3EB-8F71242F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procédures et standards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A91B59-C896-4F1D-989E-533CF4B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69528F-5DEB-4245-AA48-23982A63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utiles sont dispersés et peu transmissibles.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509CFD-527E-43BD-99E2-8F9F484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8DF167-B9E8-48C9-86D0-76E7FC0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standards deviennent plus faciles à retrouver et à mettre à jour.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AC875F-17CE-4B90-83B3-1EF3D6A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26F0FD-B376-4B87-A321-4711B2D2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conformité documentaire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C736C7-CD3C-4914-B01D-4E2B9E41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9DE9A1-DD23-43FD-A56F-0F65DA09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BC2E4C-1D3D-4778-90A0-9061D7B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1811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7BF4D-398A-45B6-89DC-104E7E52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06A16-4244-448D-B9FD-A6B20B7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C520F-2DAB-4CFE-AF36-38065648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D364B-CB45-448F-BEBB-01056C1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68470-12B8-4CC6-8417-C22115D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6A5FA-8AC0-4258-B47E-999A79C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905E6-A618-455D-8C0C-C25DDF3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KPI production et qualité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A750B-8347-4C81-A7A6-F7E3255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F7506-DFD9-44E3-84DC-E139AEE3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restent trop bruts pour une lecture managériale rapide.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36138-45E8-435A-BEDA-21E2491F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2F5AE-669E-4411-B2D4-280B9ED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tendances sont mieux expliqués pour l’action.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4EB68-994A-44E1-897A-FDF6C5E4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7EAFF-D10E-43C4-B0BC-CCC8DA3C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reporting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2BBFF-8064-4E9A-A57E-E30014BA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7EB66-1CFF-4B4D-AB06-B51788F8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0D3F3-2ACE-4BCE-9341-CCF22262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incidents et non-conformités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F8DFE-2D57-449D-9C9F-88825B56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820E9-C383-4842-9DA6-00B63BC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terrain remontent mais restent longs à consolider.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88BC7-4CC1-407F-8534-6B7F5DCD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742C9-E5FF-4826-8C6F-131BE5AB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et points critiques ressortent plus tôt.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57370-4111-4F0F-A87E-FB9F91F7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A41F8-87FB-4C2B-9D82-9221BA2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détection ; nombre d’actions correctives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8209A-160E-43F2-A3AE-42EDD936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0479A-40FB-4C71-94B6-2366364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44DC1-3686-4B01-A51C-87718C2F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F2ED1-C153-4B27-BF39-9B40D20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E297C-7181-4526-B84F-43A51A8C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27195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6F51D-37D7-48A1-A71C-8DD58A09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B11E2-87ED-4C33-B368-3C56A66D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D6A42-3090-48E2-8D9F-CB091BA3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F182D-A0EB-4F18-BA6B-F51AF34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11563-3180-40DA-BDC5-A029AB7F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2DC90-0001-467B-96FB-6D7EA8D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767B0-36E3-4905-B606-C97F4D7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D8831-2431-40E0-A065-36EB7F3A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BE7AD-773E-40D1-A184-6FAAFC92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99E5E-3CDC-4C2B-9429-2380746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A5442-DE3E-44FC-BA01-42491ABB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57496-87DD-4348-B28D-3D165C08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E97F3-4853-42D7-9A0B-B3649AC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FBF2D-B357-4467-812C-E7B411A0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F59C3-21BF-4393-8D87-D8912CC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618AD-2A2B-49E7-AD5A-779E5CF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9FB21-8C85-46F5-9FEC-F9B22F6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E22FF-76A4-4A7F-861C-A62A650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Business Intelligence et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F8BE0-479E-472E-8EB1-6B23D93E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7492C-5316-42DB-92FF-7ADF912C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54405-7787-4611-8F0C-F56F6C12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94E84-D85D-4820-9C13-66039E94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1A342-B8FC-49D9-A466-3B30115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639BA-7838-4CF2-97ED-4C4EF336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7B122-3A7D-4855-B86B-BEA42538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D25E7-8760-4AC5-A5B4-2DCB53D9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Achats et Approvisionnement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D8AEC-170E-45E3-BCF9-923F93D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62740-4B7F-4C1B-B2FA-DF2F6FB2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CFBFD-10EB-4B71-BC6C-3982ECA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03A9FD-BFA4-4EFC-B1C1-804C7B84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Data-Driven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52793-0EC9-422F-B7B2-0AD8EC5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A866CE-CDBB-4A37-890E-DAF6902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A5922-DAC9-4A20-83BB-4B12611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la performance industrielle plus lisible pour les managers.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qualité, maintenance et exploitation.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dispersion documentaire entre sites ou équipes.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des commentaires KPI plus rapides et plus utiles.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005965-C447-4810-A7DE-EBD1C94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D65ADE-AE4D-40F8-9B0C-94D3C75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F246C3-1EB5-430E-974E-37F2514B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184DA5-39AD-4EB8-A585-DF2B6FEF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2EA85E-47A7-4C48-AA17-D4B882B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94572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28C4C-A875-4B32-AF55-9513B24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363C-DC35-4BDE-99C2-5ED4829C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AB9B4-DCB9-48FD-9D43-1F5BB265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1782B-F1D5-401C-9F40-7A286965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C5EBD-56A3-47D0-BCE6-1EF95BA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58216-928F-4F06-95BD-DCE14A6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2CC5D-C281-4B35-A673-2CFA29E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24178-5C5D-4B26-BFA2-3CE885D1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BC428-886E-4407-944F-84683E4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098B9-839D-44DD-AB0D-9E9272A7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5D91E-4BFD-4E0A-A37A-06DC5EA3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3B0D5-61B4-4BFD-9F21-8AAE1BE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0C570-5102-473D-A0F7-8F397819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79243-6AF6-4006-AE87-E0B349F9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ED01B-6D69-41CB-A686-F8B89CB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15E64-BA95-48FB-86B1-3DFC0CF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14B5D-2C22-432B-86B2-021969DC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DCDCF-6F2E-4D89-A84B-712115B9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1665C-5928-4542-B517-ACB41D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4A63A-33FB-4701-8CF5-D2EBF25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327D8-E4E3-4EDE-9D28-1C66D895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92D3F-3B4B-47C5-B683-014EBD3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27DB8-A682-45B5-A858-ECDE5BA2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93ACD-2DCD-4849-8748-F05BFDCE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3A1EB-8B77-41F8-A13E-01B2A3C5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BB250-3781-4D04-89C4-FBD92302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39F0E-7347-4825-B155-5272BF3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86961-FE55-4F2F-A2E6-BE3922D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A0C7D-1021-451A-A98B-8FB05DF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0405B-AA9F-43FF-ADEC-C591361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1336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B196AD-A674-45BF-A1E8-7232FE5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515DD-AA2C-4404-8ADB-AD92C33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A89CE-C59C-440D-9DEC-57C00E07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industrie &amp; manufacturier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C7352-280F-4E1A-92A6-35702DBF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A48A-7911-4264-82C6-DC5AAF8B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AAA1D-2C3C-4F22-BE23-12B8978B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BE5C7-3694-4882-9C40-C21C76A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E7DF7-379E-4153-8658-1DC653FA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Industrie &amp; Manufacturier.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E0A28-8989-4ECE-A77A-1694C32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F086E-A1C2-49C5-96C6-44E0219A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F6730-1E68-45D4-B517-4D62CD0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2AA4C-A439-4EA4-9036-F117CC15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113A3-128C-47A3-98CF-E11A06A8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2E5F0-DBB4-4FC2-8785-B058821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B44D7-4BEE-4A7C-BD4E-AC61C17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4D9E2-0F12-41F4-AF0F-AB058EE9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747A4-B810-4F8C-A06A-540130B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C8EFF-A89B-4D62-80B2-F1F44DF9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40412-2D5F-4A65-A1DA-86BDC4E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18583-4F65-44CD-9658-73CF1D21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3F0DD-C1CC-4BBF-8F22-9278862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53DD2-EAC3-43A3-A051-3220FDE0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DA52B-56C8-4CDB-AFBB-5A29F3DC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16F51-3CA1-4EBE-9F5A-C2C1621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6F123-F148-44EA-972E-CE4AD23B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4D04A-972B-4F19-8CCD-0C99932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0DFA58-502E-408F-B00E-049FDC6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806756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CCE93-BFB6-4B46-A878-1894CFA7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C12A2-49B8-4CAF-914D-D7BAD784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31ac3d405422e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9BDF6-96CA-46F9-A5E2-D77EF294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432FF-1420-4643-949A-AFC7ECA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17F60-552C-4322-B087-FB1BEBE2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5FF6E-3B50-4385-B079-631E4B5F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67982-81B6-4C40-BA44-A28CC68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0714-B48C-43EF-B7A6-D3C0CA0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E34B-847D-4EF3-A76C-7D1B3AC1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A0A17-4FA4-4F86-8CC3-F9F199B2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FD82A-CA81-4924-B79E-800D491B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3012C-9302-4681-B27F-2CC0AA9D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E2D6E-DA75-4E2B-AA6A-7CBA2F87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BD4E0-7EE1-4324-A573-CFA9AF2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4C221-C0F5-47D9-BF25-6E7C44F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B80F5-78F9-4D47-846C-4DC7916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DC5C8-E551-4E20-85F5-91F0531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alimentaire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8613F-EE49-4420-8C2A-B75B4885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39A53-17CA-41A8-997D-0606D6AB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Textile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F198F-CE2A-45C9-A2E7-341CA789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7DB86-F5BD-46D4-A9CF-3A282E5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Emballage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CFC2F-BF96-48DE-B80B-64585FB7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BDBD6-8B38-4038-94DA-522116C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Industrie &amp; Manufacturier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0D62C-61CF-4624-A660-A18DD197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4112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2026-06-13T00:11:13.1100000Z</dcterms:created>
  <dcterms:modified xsi:type="dcterms:W3CDTF">2026-06-13T00:11:13.1100000Z</dcterms:modified>
</coreProperties>
</file>