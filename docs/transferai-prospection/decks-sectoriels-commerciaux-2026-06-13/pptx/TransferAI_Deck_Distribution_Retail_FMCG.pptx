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b4a8a9fa5d47e0" /><Relationship Type="http://schemas.openxmlformats.org/officeDocument/2006/relationships/extended-properties" Target="/docProps/app.xml" Id="R3b390a21ccaa4ffa" /><Relationship Type="http://schemas.openxmlformats.org/officeDocument/2006/relationships/officeDocument" Target="/ppt/presentation.xml" Id="Rde7cb3519d5f46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cbb120491e4735"/>
  </p:sldMasterIdLst>
  <p:notesMasterIdLst>
    <p:notesMasterId xmlns:r="http://schemas.openxmlformats.org/officeDocument/2006/relationships" r:id="R59494235617b4888"/>
  </p:notesMasterIdLst>
  <p:sldIdLst>
    <p:sldId xmlns:r="http://schemas.openxmlformats.org/officeDocument/2006/relationships" id="256" r:id="Rb7989aee6d714212"/>
    <p:sldId xmlns:r="http://schemas.openxmlformats.org/officeDocument/2006/relationships" id="257" r:id="R46a6e09881494188"/>
    <p:sldId xmlns:r="http://schemas.openxmlformats.org/officeDocument/2006/relationships" id="258" r:id="R3082d9c9e872467f"/>
    <p:sldId xmlns:r="http://schemas.openxmlformats.org/officeDocument/2006/relationships" id="259" r:id="Rb798a6972a0f4c5a"/>
    <p:sldId xmlns:r="http://schemas.openxmlformats.org/officeDocument/2006/relationships" id="260" r:id="Re9b06e1f6f29488d"/>
    <p:sldId xmlns:r="http://schemas.openxmlformats.org/officeDocument/2006/relationships" id="261" r:id="Rcf4dd24308314c93"/>
    <p:sldId xmlns:r="http://schemas.openxmlformats.org/officeDocument/2006/relationships" id="262" r:id="R8f737a4866124f87"/>
    <p:sldId xmlns:r="http://schemas.openxmlformats.org/officeDocument/2006/relationships" id="263" r:id="R5b81e1a782084b13"/>
    <p:sldId xmlns:r="http://schemas.openxmlformats.org/officeDocument/2006/relationships" id="264" r:id="R00628cb35a4c46d5"/>
    <p:sldId xmlns:r="http://schemas.openxmlformats.org/officeDocument/2006/relationships" id="265" r:id="Rb36caeb57f774f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9d2780d469435c" /><Relationship Type="http://schemas.openxmlformats.org/officeDocument/2006/relationships/slideMaster" Target="/ppt/slideMasters/slideMaster1.xml" Id="R0fcbb120491e4735" /><Relationship Type="http://schemas.openxmlformats.org/officeDocument/2006/relationships/notesMaster" Target="/ppt/notesMasters/notesMaster1.xml" Id="R59494235617b4888" /><Relationship Type="http://schemas.openxmlformats.org/officeDocument/2006/relationships/presProps" Target="/ppt/presProps.xml" Id="Rc192a3b4ced046ef" /><Relationship Type="http://schemas.openxmlformats.org/officeDocument/2006/relationships/viewProps" Target="/ppt/viewProps.xml" Id="R25b67c8bc1954300" /><Relationship Type="http://schemas.openxmlformats.org/officeDocument/2006/relationships/tableStyles" Target="/ppt/tableStyles.xml" Id="R2b4e48bad8894dbe" /><Relationship Type="http://schemas.openxmlformats.org/officeDocument/2006/relationships/slide" Target="/ppt/slides/slide1.xml" Id="Rb7989aee6d714212" /><Relationship Type="http://schemas.openxmlformats.org/officeDocument/2006/relationships/slide" Target="/ppt/slides/slide2.xml" Id="R46a6e09881494188" /><Relationship Type="http://schemas.openxmlformats.org/officeDocument/2006/relationships/slide" Target="/ppt/slides/slide3.xml" Id="R3082d9c9e872467f" /><Relationship Type="http://schemas.openxmlformats.org/officeDocument/2006/relationships/slide" Target="/ppt/slides/slide4.xml" Id="Rb798a6972a0f4c5a" /><Relationship Type="http://schemas.openxmlformats.org/officeDocument/2006/relationships/slide" Target="/ppt/slides/slide5.xml" Id="Re9b06e1f6f29488d" /><Relationship Type="http://schemas.openxmlformats.org/officeDocument/2006/relationships/slide" Target="/ppt/slides/slide6.xml" Id="Rcf4dd24308314c93" /><Relationship Type="http://schemas.openxmlformats.org/officeDocument/2006/relationships/slide" Target="/ppt/slides/slide7.xml" Id="R8f737a4866124f87" /><Relationship Type="http://schemas.openxmlformats.org/officeDocument/2006/relationships/slide" Target="/ppt/slides/slide8.xml" Id="R5b81e1a782084b13" /><Relationship Type="http://schemas.openxmlformats.org/officeDocument/2006/relationships/slide" Target="/ppt/slides/slide9.xml" Id="R00628cb35a4c46d5" /><Relationship Type="http://schemas.openxmlformats.org/officeDocument/2006/relationships/slide" Target="/ppt/slides/slide10.xml" Id="Rb36caeb57f774f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6e9fd1d22b4a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0bb106b805471b" /><Relationship Type="http://schemas.openxmlformats.org/officeDocument/2006/relationships/notesMaster" Target="/ppt/notesMasters/notesMaster1.xml" Id="R18611501ff704c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479c2589f64ac3" /><Relationship Type="http://schemas.openxmlformats.org/officeDocument/2006/relationships/notesMaster" Target="/ppt/notesMasters/notesMaster1.xml" Id="R00f1898c157a4e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da6c6785be45e5" /><Relationship Type="http://schemas.openxmlformats.org/officeDocument/2006/relationships/notesMaster" Target="/ppt/notesMasters/notesMaster1.xml" Id="R7ac5b2b96f4740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d26a85b93446fe" /><Relationship Type="http://schemas.openxmlformats.org/officeDocument/2006/relationships/notesMaster" Target="/ppt/notesMasters/notesMaster1.xml" Id="R0ec3a42ce69549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0142e7eae540d6" /><Relationship Type="http://schemas.openxmlformats.org/officeDocument/2006/relationships/notesMaster" Target="/ppt/notesMasters/notesMaster1.xml" Id="R8fce6244c1174d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8b1a2ad17b4e62" /><Relationship Type="http://schemas.openxmlformats.org/officeDocument/2006/relationships/notesMaster" Target="/ppt/notesMasters/notesMaster1.xml" Id="Rd06c1048d8ba44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70d1751d5f4de0" /><Relationship Type="http://schemas.openxmlformats.org/officeDocument/2006/relationships/notesMaster" Target="/ppt/notesMasters/notesMaster1.xml" Id="R89d70312451741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9c34cb45e54ffb" /><Relationship Type="http://schemas.openxmlformats.org/officeDocument/2006/relationships/notesMaster" Target="/ppt/notesMasters/notesMaster1.xml" Id="Rd4b54922322b45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f362c787ec4399" /><Relationship Type="http://schemas.openxmlformats.org/officeDocument/2006/relationships/notesMaster" Target="/ppt/notesMasters/notesMaster1.xml" Id="R2f6488d0bf1c4d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e8624d36244cd0" /><Relationship Type="http://schemas.openxmlformats.org/officeDocument/2006/relationships/notesMaster" Target="/ppt/notesMasters/notesMaster1.xml" Id="R1bc6e34ab40b49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8cb72dd564d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7b0ba8db184aa9" /><Relationship Type="http://schemas.openxmlformats.org/officeDocument/2006/relationships/slideLayout" Target="/ppt/slideLayouts/slideLayout1.xml" Id="Re1be50e187b740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be50e187b740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a51ef99e440fb" /><Relationship Type="http://schemas.openxmlformats.org/officeDocument/2006/relationships/image" Target="/ppt/media/image.png" Id="R8e18737545c544f8" /><Relationship Type="http://schemas.openxmlformats.org/officeDocument/2006/relationships/notesSlide" Target="/ppt/notesSlides/notesSlide1.xml" Id="R1e8d0bc467fa4e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2d9d7f2ec44b4" /><Relationship Type="http://schemas.openxmlformats.org/officeDocument/2006/relationships/image" Target="/ppt/media/image2.png" Id="Rd2f6b0e968d44868" /><Relationship Type="http://schemas.openxmlformats.org/officeDocument/2006/relationships/notesSlide" Target="/ppt/notesSlides/notesSlide2.xml" Id="R2b6e5eb9efbd40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a92c432f34461" /><Relationship Type="http://schemas.openxmlformats.org/officeDocument/2006/relationships/notesSlide" Target="/ppt/notesSlides/notesSlide3.xml" Id="Rc0d722cd6e804d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9052705db450c" /><Relationship Type="http://schemas.openxmlformats.org/officeDocument/2006/relationships/notesSlide" Target="/ppt/notesSlides/notesSlide4.xml" Id="R250a720ebe784a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c3cbb44564348" /><Relationship Type="http://schemas.openxmlformats.org/officeDocument/2006/relationships/notesSlide" Target="/ppt/notesSlides/notesSlide5.xml" Id="R15ab8f82fa6d49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ecfc649cc474a" /><Relationship Type="http://schemas.openxmlformats.org/officeDocument/2006/relationships/notesSlide" Target="/ppt/notesSlides/notesSlide6.xml" Id="R405e7a5873b64b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531f9345f4278" /><Relationship Type="http://schemas.openxmlformats.org/officeDocument/2006/relationships/notesSlide" Target="/ppt/notesSlides/notesSlide7.xml" Id="Rbf989c65d39b4f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20544809d4339" /><Relationship Type="http://schemas.openxmlformats.org/officeDocument/2006/relationships/notesSlide" Target="/ppt/notesSlides/notesSlide8.xml" Id="Rf7a3dcc42c5d40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baf74811c43c7" /><Relationship Type="http://schemas.openxmlformats.org/officeDocument/2006/relationships/notesSlide" Target="/ppt/notesSlides/notesSlide9.xml" Id="Rbbee9c8182294e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faccdc9b34929" /><Relationship Type="http://schemas.openxmlformats.org/officeDocument/2006/relationships/image" Target="/ppt/media/image3.png" Id="Ra15c4c6af8bf4d6b" /><Relationship Type="http://schemas.openxmlformats.org/officeDocument/2006/relationships/notesSlide" Target="/ppt/notesSlides/notesSlide10.xml" Id="Redfe42f5dc624b8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7C9E74-121F-4BEA-9832-C855B1D8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02650-99AC-4287-AF44-924DE9D9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E5314-00F9-40DF-9FC4-AC18183A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E6618-FB3A-4E8C-9E93-A7479585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CAB2B-E64C-4DEE-97FC-A06CBF47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8737545c544f8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1371B-DA67-40A7-B939-47F6483C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9955E-5696-449F-AFE3-B8D27D4D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Distribution, Retail &amp; FMCG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B12CD-E79D-49C1-BD47-73C91880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1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Améliorer la relation client, le pilotage réseau et la coordination commerciale dans des environnements à fort volume.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A2B16-CB31-42DF-A571-5AB08C07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537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groupes de distribution, enseignes retail et FMCG qui veulent transformer l’IA en meilleure réactivité, meilleure cohérence commerciale et meilleure lecture des performances.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5B25F-6F12-4583-B4DD-07C27770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12E8D-4B9A-47A6-B30D-81DB4D85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E6B45-18AC-45EC-9391-BA234745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E236F-BD8E-475E-87B8-84F9A61B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A5967-7FCD-4F2F-A251-0BE0373A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22445-F4B8-40AC-8F74-8F2A9BF1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Grande distribution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A8BA7-9F58-46FD-9D9A-496FF36A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1218B-4C05-4210-B345-5647F936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Distribution automobile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9B590-C14A-4C67-918D-DBC5866C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FF031-4693-45B1-8DE1-88646092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Distribution / Équipements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0B974-5D1F-484C-81FD-3ED22542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18A8C-5409-4147-A1A7-FC274B75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Agroalimentaire / Distribution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422960-A4D9-45DD-84C5-03656448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8A0BA7-60CF-4FD3-B63E-9ED00AB9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C45BA-0F1E-458F-9283-5401CD43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9E209C-1D1F-4BC6-8E4F-DDFBE099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F44CAD-0E49-4465-9696-AF91422C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64DC49-8326-42CE-86DD-31A3639A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0F45A7-F6F4-4832-A332-95548CB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D6E25C-81E2-4997-A504-E2AAF908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519EBF-99EE-46AD-BBB6-C92DFA3D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FCFB82-EEDA-484C-BE2D-F9200D71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BCFB9A-F742-4075-A139-153B47E2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2783C8-1631-4BCB-94DD-3E6E4107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59423E-D004-4703-AFD9-C92A0115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3F608C-B838-4867-965F-DC90EA3C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2D6CCC-A055-47B0-9829-2F39DA08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3BD170-5CC7-4306-BCC7-E45C0B72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EDB246-ACE5-4083-9256-D504C849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AF71D9-9CB7-45E1-8D63-0D8484F9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BA41B9-D632-4F4E-8265-6DC23B05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C55960-1E3A-4494-B879-94FE96F0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5589D9-E108-46FF-9F2C-D0E64D0C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Distribution, Retail &amp; FMCG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A3562F-FCF4-4902-A793-368D048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18708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86AF2B-CFAB-463F-9DC5-C91D1790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7EB4A-35B9-474E-AEA6-11267328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39B72-BBC0-4B35-8FF0-51B52BDC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distribution, retail &amp; fmcg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753D6-A101-4A16-AB28-15280CC2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ROI se voit ici sur la qualité de réponse, la coordination réseau, la lecture des ventes et l’exploitation plus utile des retours clients.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9D681-91CA-43CD-965B-6C0D9585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6b0e968d44868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49C43-3C79-4B36-8938-8A867B17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0AEDB-8C76-4AEF-936D-6E3A0225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AD453-BBDF-4ED6-9641-772A5654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5FA25-43CD-4ACC-A081-6D478A73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E949E-5D68-4A72-A36C-DBCA80F5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D56B7-F0B6-45FF-98D6-E20C9E9F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FDFC0-3336-49DB-AD3C-B3572EAE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A3255-DE40-4D72-AC40-FF907E12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Grande distribution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B7543-F29E-44B2-9306-3982B642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C56D7-AD0F-4ECD-9F56-5D82667C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Distribution automobile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D0A5E-3AC4-4D16-A5B1-5C101DF6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F8E02-63FB-4A93-8301-A5E2BD54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Distribution / Équipements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DD8AC-8045-4A8C-AA3A-8C2A3E7E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10586-67E4-4293-B7A0-175388D3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Agroalimentaire / Distribution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5C30B-AD93-4A28-B4FC-DD274219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387BB-5BD4-4A67-9EBF-1FFD9170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Distribution pharmaceutique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B54A7F-863E-424F-9A79-A2D68CD6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353370-F00E-4030-A026-7CACC1A0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515F17-21B0-4B97-AB83-860A72CD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5CF20-36FA-43A6-A720-EFB01EA2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50004-0BD0-4A66-8BA9-57514C01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Distribution, Retail &amp; FMCG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41A6B-B7D3-457E-AC9D-E10B5E34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53114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EAB0DE-AEA0-4EDE-BDBD-5EC5F3E9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C7C41-889C-44CA-A012-900B3BCD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68708-2B45-4D91-A9D9-B1B532B2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39B90-2F42-4AC2-84ED-3A04EA87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9AAA3-694F-4259-A6D2-388859BC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CEC49-7F7E-4D7B-9B27-EAEBB9B5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BD42D-0D8D-4B7E-B4AF-F1E4553A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Relation client hétérogène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6B2A8-3D4F-4A63-9424-9F2456F9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854B4-4C22-49D8-95B2-9D0CDFFA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réponses et prises en charge varient selon les points de contact.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D0CEF-82D6-463E-88E6-DBA8D231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EFB4D-F806-4D81-B91A-839C5333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scripts et bases de réponse rendent le service plus homogène.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82DC9-6582-4925-BAC9-05BCA7E0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6829C-0DA4-4253-959F-800D96A2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E3E9E-A975-4AAA-8A66-6CAD488E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commercial trop brut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A5E49-DDD4-431A-A524-7B9C866B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857F7-C9F9-4764-B3AB-417891AB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managers voient les chiffres mais peinent à les traduire vite en actions.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A1CDD-835B-402D-816B-58E583B3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CBE89-24EA-44BC-8EAE-03CD59AB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KPI gagnent en commentaires et en priorisation.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BF5EE-64A3-436F-A50E-AB01BD3A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16717-FD0B-4177-971B-D4EA009C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6F176-2CFF-4923-A112-C6934D10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Segmentation peu activée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2A395-2F1A-4C2F-82FA-51672006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2BB67-4193-4296-8FD9-7105089C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audiences et catégories client sont connues mais peu transformées en actions ciblées.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AE4EF-7D93-4BD5-A676-81392859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5A1CCA-C984-4A70-9F29-A9B6E7BA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relient mieux données clients, messages et offres.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B97988-7618-43E0-A49B-2CEB699A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013A9E-505B-46F8-B32B-86BFEEF1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1826FB-8C47-43EE-A72C-56257581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Coordination approvisionnement / réseau lente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1325F9-48C3-4BD1-8557-D42D6FEB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ADF777-A156-49AA-827E-FD218612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relances et priorités terrain remontent difficilement entre magasin, siège et support.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335E36-ED8C-4DA7-BF66-091C67CA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6B2FD1-92A5-4F54-AC49-FE784F8A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synthèses facilitent la gestion des urgences et arbitrages.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9A6E01-954F-46A6-9ABB-149ADE2B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EBE095-977C-464D-B7A8-BD02FE02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C9461C-679D-4E75-8D20-93C4FE8F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1105BF-8671-4531-BBFF-D7979F26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24C598-84FB-4872-9BFF-8886345D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Distribution, Retail &amp; FMCG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9E0547-B947-4DFF-A6EC-BCC4E7D4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746594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8EEC2B-3A92-4A35-873D-69485F53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4AA6B-EAB0-471A-8C90-DA07FD7B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1BEB3-0086-49A3-9DD5-EDA6F72B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6DF9F-B860-45BF-B65C-D84EC997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D7496-471D-45F1-BB63-EDA1FCD5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0424C-6AB4-41B6-813E-25D77A72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Réponse plus cohérente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E8385-4F26-4BAA-996E-2B0F059B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interactions 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6E0B7-D749-45F4-87A8-CB81F75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scripts, FAQ, guidance, réclamations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A192C-A75C-445A-97F7-78AB7568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FA835-BDE5-4AEB-A291-A409C9B1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Pilotage plus rapide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9DA84-9DDD-49F3-AEFE-51223569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ventes et performances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5D670-7ABC-440D-912F-76CA4834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commentaires KPI et alertes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09FF0-F781-42BF-B956-18344E1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E69EA-5766-4632-9321-0F7D84EF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Segmentation plus utile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05CF6-3EBB-477E-9BC3-057C6722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équipes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4D471-3519-4680-A859-1D59BCE7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ciblage, contenus, parcours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6DBB3-4EE3-4E3F-A4EF-15687179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4F1C9-DB79-43CF-9D39-7C164A6F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Meilleure coordination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6A668-3DE9-4F8F-A604-20C73FF2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réseau et siège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380654-3BF6-4FD2-9791-07972A13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priorités, relances, incidents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CE70A-6C12-4DAE-8245-6B02C32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D305B1-9DC8-4514-83DC-065FCD3E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8AE04-80DC-42CE-BF63-266ED436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B02B5-662C-4D67-9EAC-ADFF659F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5CCDA-E697-42DA-A412-584BB9A4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A9EB0F-CAC0-4411-A243-AB880A8A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Distribution, Retail &amp; FMCG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EF3B3C-8230-4B7F-BA39-61CBD3FD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56466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D2C16-D1C1-4284-9D5E-9393DE48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A220F-23A8-4B2B-ABCB-9E4D20F6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5243C-5CB9-4196-A46B-7996A6EF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06B5B-5412-4C07-B0D8-426F83A6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19706-D3BD-4BA9-8802-C0A048C8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0E7E5-1224-4C75-A997-1ADC9B51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34BE8-A844-4EA7-894E-69A0BC45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Assistant de réponse client ou magasin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99325-D9CA-4C28-A3AB-96E65EE9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F1B54-25C1-4930-B9B1-14FE9B02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réécrivent souvent les mêmes réponses dans l’urgence.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1A4FD-AAF1-4336-BECE-1FBBA0AB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CB2C8-3EDA-43F0-8926-FC8E0FD5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copilote encadré homogénéise les réponses et accélère la prise en charge.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0F662-055A-4F18-89A6-D6C3740A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6CBCF-309E-46BE-A491-B9BBD148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moyen de réponse ; taux de résolution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615B6-6E76-4D13-A672-413A6A5C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53598-A483-416B-B94D-E78AF26D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6AA7F-0BCC-40E3-BA6D-2439C696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 des ventes et KPI réseau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A769E-33CA-4FDB-8DC4-4E673052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E34B49-0021-4100-8F68-3D480186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dashboards sont visibles mais peu actionnables pour les responsables.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7AEB6-49E6-4073-B40F-985D47B1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ECF93-E151-40AF-8BFA-655A74E0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écarts et tendances sont commentés pour soutenir la décision rapide.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8BCD0-DD27-4C32-BDB0-8DFA1073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E04998-4632-4230-B9DE-957C0034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; délai d’arbitrage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DB6DB-8794-489D-A2AE-27A7EB82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BE5265-3854-4FAE-BB6E-C115CF93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BD7EF7-5641-421B-91B5-C47C7F00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Segmentation et contenus commerciaux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F5B1E-AE79-4FF3-9CC2-B10C72BE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4C7580-AFC7-4D4B-A970-73B28EE5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campagnes restent trop génériques malgré des clientèles différentes.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006FF-F3DD-49DC-B4C5-71B05263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C5E741-C299-457C-976E-E1C14F96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segments sont traduits plus vite en messages et offres utiles.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C2B80B-19B0-4588-ACE3-77624837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B27C3-3819-4E93-802F-02ED0122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Taux d’engagement ; conversion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EE3A47-E49B-457C-920D-85C03CFD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AA23C1-4A66-4E8A-B48F-EE452BDA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4D2F30-5AF5-490D-8577-8DDB280C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Approvisionnement et coordination terrain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DBF9C8-826F-4D95-83D2-7DD68A5D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5C9DFD-99EA-4446-8544-BCB6D871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urgences terrain sont difficiles à relayer proprement au siège.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398592-9BFB-4846-9109-38B6537D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3558D0-2634-4A91-9B90-B0881996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des synthèses de priorités et de relances plus nettes.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621BD0-9E28-44ED-9948-DF7AB9FD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447CD8-CB6F-49C2-9DB8-4D1A94A6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traitement ; délai de réaction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F51453-A16A-430F-A26F-C9DC8969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3543C3-7961-459F-9142-47AA24C5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Distribution, Retail &amp; FMCG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F44F51-3A3E-4A90-B9C2-4EE2ABA0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05745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093A80-3DD9-441F-94AD-A9CAE9F9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CA515-82E8-4FA7-BA25-FB1B26B9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13AE7-A84C-499A-8C7C-8CBC59CA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3BD4C-20E5-483D-B11E-89392F73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5FFE4-718B-4F0E-B089-35FB05B8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65EE2-35A7-40E1-A533-7EE2E1E8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60216-D941-4203-A75B-B7F8ECE9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Assistant de réponse client ou magasin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C5ED1-B46E-41B6-9DC0-8F838871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C1B59-6D9F-4C01-A5E4-AEE71D7D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réécrivent souvent les mêmes réponses dans l’urgence.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243AD-DF15-4FD2-9B78-2E890AA2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0EFF4-D8E7-4C89-B1F3-32C17ABC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copilote encadré homogénéise les réponses et accélère la prise en charge.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CC7DF-3249-4BDF-AA6B-FB22BAB0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53CCD-A5FF-4BEF-992A-571920FF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moyen de réponse ; taux de résolution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85A2A-5E9D-4766-B062-2F1BD28F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F9B3B-0A08-4CDA-B7A2-7E72596B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54044-DD74-439A-BECB-B8B18A82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 des ventes et KPI réseau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F08B1-6BD5-40C5-8A4B-95A7DD48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9D89A-1053-4CFA-82FF-7576449A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dashboards sont visibles mais peu actionnables pour les responsables.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CCEA8-D2F9-4F76-8314-2923B4A1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DFC9B-57EA-4491-8FAD-69A6F6D9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écarts et tendances sont commentés pour soutenir la décision rapide.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F72B1-A56D-46C5-8B1B-F87DFF2B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232AC-B8E7-46E4-B8EC-C0BBE04C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reporting ; délai d’arbitrage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98CE24-2958-4AC6-B727-38A3D2BE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0EDD47-4889-49E9-A3F2-950C477C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DBBB43-2F84-4194-B8EF-C467DA71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611F6-34A0-472E-BF10-F617ADA9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Distribution, Retail &amp; FMCG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360445-6D0E-4EA4-AC12-812549DC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41361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53910-E407-4A59-987D-731AAD0D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DC420-2E97-4151-98B9-B78FA394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5C288-37B7-4404-9E28-5DCB4616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B1E91-BE6E-419F-AC1E-C7B781BD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DDCD7-C963-4FE1-9BCE-123CFCC0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DA87D-A3A4-4953-9D81-3C87C44C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18163-C6F8-463A-BC0A-D1E35DF6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48DAB-6B24-4AFB-90D1-0322CB77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3B357-B34B-49A2-B4CB-B48EDA8E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55924-8329-4EBD-8310-442D7349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Relation Client Augmentée par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977A8-5CCF-4629-B56B-82F0DCEB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0C146-CF2A-4191-9381-47A795C0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D69C2-137C-4CDE-8D56-6FF21123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2BDE6-CB1B-4679-9C13-8A43E124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Création de Contenu Marketing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438C5-7B98-4A3C-987A-E1861201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91F61-D24E-40F0-9B79-B027EE33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C76DC-91A2-4027-AA6E-EDB71412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8FEAC-007E-4F4A-B01C-6C5249EA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Analyse d'Audience et Segmentation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DFDCF-0B7D-45A6-9A8C-61F10608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D2096-07B8-4E5C-82A4-E17D0ED0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DFC18-CD37-429F-986D-5999543B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14AE7A-39E6-4440-BE10-D7BF8029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Planification et Suivi des Indicateurs avec l'IA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14F50-B401-449A-A90C-EDD9FA66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64065-B11B-4EEC-9D21-85025DC0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43675-D9AD-4EB6-911E-E09083B4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9E34E-55C9-437F-831B-16268552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des Achats et Approvisionnement 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42518D-FF8B-4F72-92F3-2061F60C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26A1CB-6E57-4730-936F-19F1FABF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248867-AE0C-4A77-965D-C36CB143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986B4F-DC9B-41F3-8139-4A845CE6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Mesurer la Satisfaction Client avec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A2DF08-A6FB-4138-AE57-F47D20D9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8181F0-2FC9-43A5-AA6C-6F51F77B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905F03-A5CC-4E5B-B5F0-34D55D4D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Harmoniser la qualité de réponse sur plusieurs points de contact.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les KPI commerciaux plus utiles à l’action rapide.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relier segmentation, contenus et exploitation réseau.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Fluidifier la coordination entre terrain, siège et fonctions support.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72C99D-2944-46EB-9DA3-EF46CCFD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3C3826-42CB-42B6-AAA6-0562353E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97D80E-4574-4913-8144-046198CE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79007C-C031-420F-BCB6-32ECDAB3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Distribution, Retail &amp; FMCG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FB1723-8EE8-4352-94C5-29BDD5EB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42808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1A5BD8-B6F1-4998-A51C-469D0ECD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FF68A-6985-429F-9FE6-278A8FAF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3900E-63F2-4BDF-B6A3-8237A880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DFAC2-E573-4349-BAD9-AAE348F0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6E73A-A78F-4645-9888-8CA8E341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63F57-6910-4BBE-B5F2-4AFEB599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2C11D-EFDF-44BD-AF2B-CC26145B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B9302-4F81-465C-A579-C6E9A34E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2DD08-0BC9-4994-809E-000E6331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B54BB-4FAB-4A91-9554-6B2EB00C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7B572-348B-4351-909B-8D22C6ED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67606-696D-48DA-B15C-287F7AAC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0B421-4F1A-4DF2-BA23-DBA97EC3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91B5E-E311-430C-A711-8DB2C3A7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3E7A6-89F1-4302-8920-158ECD8E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A527F-ECF5-417F-8A9C-45B36C1E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ACF15-C038-4A4C-9652-86562A75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AE1A4-1236-47DB-A764-E1C9DB43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14845-B40E-4FE2-99FF-CE45D449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AD900-407F-4851-9BC7-DB21828C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A1789E-CFB2-49B7-98D0-60FD5B8B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2D189-0F95-483F-AE33-0CC8B1AD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57351-ABAF-4AD0-8F10-F3DCC357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A39A83-AB66-4209-BDDA-610F8D00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EC8C4-1AEC-44FE-864D-282C46B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216297-E2F3-482F-9BAB-CB0DB7F0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00C8BD-1873-4E2F-94F3-8195A0FF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46264E-A6F3-4BE4-A03A-AEC3057E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DC5DBF-BCD0-4D47-8D46-4813CD68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Distribution, Retail &amp; FMCG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BF881A-C2E5-450D-AA85-5F11FD24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96831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6226AA-CE42-4F28-BEDD-880190B2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28EC8-8065-4CB7-B7CA-C12061F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1D6E6-19E6-4B5C-BDA3-E5F623EF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distribution, retail &amp; fmcg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631A8-E752-4D5F-B967-53F99473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F58A2-6174-40CF-BADE-04F8F4B4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97623-B486-4DFE-940A-CBC098F1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0FBC7-CD34-4AA0-B533-F495FEB1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3656A-49A3-48A5-8965-9FF83BDA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Distribution, Retail &amp; FMCG.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5CE4B-D9CD-45AA-9D86-BAF227C4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123BC-2845-46B2-9991-6B6DFCC4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5C261-F3E4-4703-88A7-D5D4D6F4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65C8C-6C34-4F33-BA4D-F024C4DF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1F29B-2099-4102-8C44-8F0EDF91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E5DC7-644F-4C9B-B4F2-4CF9AEAC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E798C-0EED-4E1D-A036-519FD017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A1C18-7BDE-4120-8454-4D36890E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4685D-3D7D-4530-AE21-7415C8CB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E6E8E-9A7B-48D4-9B87-EBA4426C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72D97-C45E-4B0E-ACD4-220B1423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768B7E-4814-44B4-849D-F42CD550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1D428-6489-4206-A7D5-39DA15FE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1B1BFF-D6BB-4B82-B2BA-830991EB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DD787D-6E0B-4BB3-B385-E9D28334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DE15A-180E-4A07-ABE2-C82D32A5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2F73E-B677-48AB-B980-0157BB5E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CC484-F094-4DE9-9E74-60165FCC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Distribution, Retail &amp; FMCG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A7F56A-25B4-434F-BB6C-03390F18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119782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A2E89F-989C-4520-8320-941B5B37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C2E4B-7FA8-4F6F-9B80-CEAD32EC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c4c6af8bf4d6b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B1CD3-5147-42B0-A355-6BA3E171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5538-2308-40D3-8FC7-FC01EE97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F2895-5A4F-49BC-9AAD-C766F522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48785-8B33-4305-AD81-2AFFE0A4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52DEC-F49A-4408-BED1-022D582D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98AAC-1118-46D8-8DA3-CA307F25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984D0-D10D-4E96-8F60-DA3F34FF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3A780-C2FD-4791-B2B9-08E7324A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9EF30-D834-4B77-8E69-D148A5FC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54E46-F82E-48AC-B371-00F1EE12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91A12-B8BD-435D-A32D-CEE0003B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41BFA-10D0-40CB-8869-0255DABD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D5E49-0B70-495D-B991-5D07F183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97A90-2383-4F76-B3A2-20ACE422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EF80D-109F-4FB9-ACCA-4C7BD775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Grande distribution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56F4C-55F6-441E-92F2-7DEECE9A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B037C-9F15-4C20-AAEF-F997CBE1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Distribution automobile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F7DEBD-8ABC-4A76-A11C-5116BD5B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A8ED1C-7F74-42A8-9F51-83A138E7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Distribution / Équipements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F1304-4873-41BC-8817-5116C988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CEDED-82C6-43C3-9294-B22DEE8D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Distribution, Retail &amp; FMCG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A5799-7C31-46BA-9E49-AF615FF5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2744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2026-06-13T00:11:35.8570000Z</dcterms:created>
  <dcterms:modified xsi:type="dcterms:W3CDTF">2026-06-13T00:11:35.8570000Z</dcterms:modified>
</coreProperties>
</file>