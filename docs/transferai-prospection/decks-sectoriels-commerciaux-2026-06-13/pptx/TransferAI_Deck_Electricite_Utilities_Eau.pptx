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d8d6642f1740e1" /><Relationship Type="http://schemas.openxmlformats.org/officeDocument/2006/relationships/extended-properties" Target="/docProps/app.xml" Id="R952aec60dd9e4259" /><Relationship Type="http://schemas.openxmlformats.org/officeDocument/2006/relationships/officeDocument" Target="/ppt/presentation.xml" Id="R38c189d4216946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c0a6e4adbc4d02"/>
  </p:sldMasterIdLst>
  <p:notesMasterIdLst>
    <p:notesMasterId xmlns:r="http://schemas.openxmlformats.org/officeDocument/2006/relationships" r:id="R3a02c447450a4b12"/>
  </p:notesMasterIdLst>
  <p:sldIdLst>
    <p:sldId xmlns:r="http://schemas.openxmlformats.org/officeDocument/2006/relationships" id="256" r:id="Ra863c7c637cf4c92"/>
    <p:sldId xmlns:r="http://schemas.openxmlformats.org/officeDocument/2006/relationships" id="257" r:id="R58c71764d87b453a"/>
    <p:sldId xmlns:r="http://schemas.openxmlformats.org/officeDocument/2006/relationships" id="258" r:id="R479eb40426c44985"/>
    <p:sldId xmlns:r="http://schemas.openxmlformats.org/officeDocument/2006/relationships" id="259" r:id="Rd56c4751a0704c88"/>
    <p:sldId xmlns:r="http://schemas.openxmlformats.org/officeDocument/2006/relationships" id="260" r:id="Rb80f6a53f5054f07"/>
    <p:sldId xmlns:r="http://schemas.openxmlformats.org/officeDocument/2006/relationships" id="261" r:id="R1b95b49783524dfc"/>
    <p:sldId xmlns:r="http://schemas.openxmlformats.org/officeDocument/2006/relationships" id="262" r:id="Re5889764fd564dce"/>
    <p:sldId xmlns:r="http://schemas.openxmlformats.org/officeDocument/2006/relationships" id="263" r:id="Re4ebc4477fb64c54"/>
    <p:sldId xmlns:r="http://schemas.openxmlformats.org/officeDocument/2006/relationships" id="264" r:id="R7af370c0f86b4a2d"/>
    <p:sldId xmlns:r="http://schemas.openxmlformats.org/officeDocument/2006/relationships" id="265" r:id="R609c0e9831ad47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bd14dcbd394e99" /><Relationship Type="http://schemas.openxmlformats.org/officeDocument/2006/relationships/slideMaster" Target="/ppt/slideMasters/slideMaster1.xml" Id="Rb8c0a6e4adbc4d02" /><Relationship Type="http://schemas.openxmlformats.org/officeDocument/2006/relationships/notesMaster" Target="/ppt/notesMasters/notesMaster1.xml" Id="R3a02c447450a4b12" /><Relationship Type="http://schemas.openxmlformats.org/officeDocument/2006/relationships/presProps" Target="/ppt/presProps.xml" Id="Ra4924c8af084490b" /><Relationship Type="http://schemas.openxmlformats.org/officeDocument/2006/relationships/viewProps" Target="/ppt/viewProps.xml" Id="Rc0e081a19a5c4795" /><Relationship Type="http://schemas.openxmlformats.org/officeDocument/2006/relationships/tableStyles" Target="/ppt/tableStyles.xml" Id="R96fe89fdee8d4b37" /><Relationship Type="http://schemas.openxmlformats.org/officeDocument/2006/relationships/slide" Target="/ppt/slides/slide1.xml" Id="Ra863c7c637cf4c92" /><Relationship Type="http://schemas.openxmlformats.org/officeDocument/2006/relationships/slide" Target="/ppt/slides/slide2.xml" Id="R58c71764d87b453a" /><Relationship Type="http://schemas.openxmlformats.org/officeDocument/2006/relationships/slide" Target="/ppt/slides/slide3.xml" Id="R479eb40426c44985" /><Relationship Type="http://schemas.openxmlformats.org/officeDocument/2006/relationships/slide" Target="/ppt/slides/slide4.xml" Id="Rd56c4751a0704c88" /><Relationship Type="http://schemas.openxmlformats.org/officeDocument/2006/relationships/slide" Target="/ppt/slides/slide5.xml" Id="Rb80f6a53f5054f07" /><Relationship Type="http://schemas.openxmlformats.org/officeDocument/2006/relationships/slide" Target="/ppt/slides/slide6.xml" Id="R1b95b49783524dfc" /><Relationship Type="http://schemas.openxmlformats.org/officeDocument/2006/relationships/slide" Target="/ppt/slides/slide7.xml" Id="Re5889764fd564dce" /><Relationship Type="http://schemas.openxmlformats.org/officeDocument/2006/relationships/slide" Target="/ppt/slides/slide8.xml" Id="Re4ebc4477fb64c54" /><Relationship Type="http://schemas.openxmlformats.org/officeDocument/2006/relationships/slide" Target="/ppt/slides/slide9.xml" Id="R7af370c0f86b4a2d" /><Relationship Type="http://schemas.openxmlformats.org/officeDocument/2006/relationships/slide" Target="/ppt/slides/slide10.xml" Id="R609c0e9831ad47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c92bc0474344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cce701ffe84c1f" /><Relationship Type="http://schemas.openxmlformats.org/officeDocument/2006/relationships/notesMaster" Target="/ppt/notesMasters/notesMaster1.xml" Id="R0691e11708bd41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389c995ca94cba" /><Relationship Type="http://schemas.openxmlformats.org/officeDocument/2006/relationships/notesMaster" Target="/ppt/notesMasters/notesMaster1.xml" Id="Rc73ef2e87c3f43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3b6f5615634ca7" /><Relationship Type="http://schemas.openxmlformats.org/officeDocument/2006/relationships/notesMaster" Target="/ppt/notesMasters/notesMaster1.xml" Id="Rc3903fbcdecf4f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d34b77803c4e10" /><Relationship Type="http://schemas.openxmlformats.org/officeDocument/2006/relationships/notesMaster" Target="/ppt/notesMasters/notesMaster1.xml" Id="Rdf5d4c2df06a4b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caed44ff7a4300" /><Relationship Type="http://schemas.openxmlformats.org/officeDocument/2006/relationships/notesMaster" Target="/ppt/notesMasters/notesMaster1.xml" Id="R1a0f197f5e924c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525e019193486d" /><Relationship Type="http://schemas.openxmlformats.org/officeDocument/2006/relationships/notesMaster" Target="/ppt/notesMasters/notesMaster1.xml" Id="Ra04d91a8d9364d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3e1c0d166f4e30" /><Relationship Type="http://schemas.openxmlformats.org/officeDocument/2006/relationships/notesMaster" Target="/ppt/notesMasters/notesMaster1.xml" Id="R3c2d818b1f4444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a61b560cb243b5" /><Relationship Type="http://schemas.openxmlformats.org/officeDocument/2006/relationships/notesMaster" Target="/ppt/notesMasters/notesMaster1.xml" Id="R44b3cb0c5ba741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1e30c0ae234779" /><Relationship Type="http://schemas.openxmlformats.org/officeDocument/2006/relationships/notesMaster" Target="/ppt/notesMasters/notesMaster1.xml" Id="Rdf763019ab864b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558568e7b742e6" /><Relationship Type="http://schemas.openxmlformats.org/officeDocument/2006/relationships/notesMaster" Target="/ppt/notesMasters/notesMaster1.xml" Id="R5f82ec273cc64b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e6effe6ee43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2e27f914544605" /><Relationship Type="http://schemas.openxmlformats.org/officeDocument/2006/relationships/slideLayout" Target="/ppt/slideLayouts/slideLayout1.xml" Id="Ra5218119ced642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218119ced642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2b204757e4af3" /><Relationship Type="http://schemas.openxmlformats.org/officeDocument/2006/relationships/image" Target="/ppt/media/image.png" Id="Rd76f130f221c4f9c" /><Relationship Type="http://schemas.openxmlformats.org/officeDocument/2006/relationships/notesSlide" Target="/ppt/notesSlides/notesSlide1.xml" Id="R6045f720e12441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61e6bb9944ad6" /><Relationship Type="http://schemas.openxmlformats.org/officeDocument/2006/relationships/image" Target="/ppt/media/image2.png" Id="Ra2f6142f671d4ae1" /><Relationship Type="http://schemas.openxmlformats.org/officeDocument/2006/relationships/notesSlide" Target="/ppt/notesSlides/notesSlide2.xml" Id="Rd17a9cee41a74a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f017859d948ab" /><Relationship Type="http://schemas.openxmlformats.org/officeDocument/2006/relationships/notesSlide" Target="/ppt/notesSlides/notesSlide3.xml" Id="Ra9eef1b6736f4a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49d18469b4016" /><Relationship Type="http://schemas.openxmlformats.org/officeDocument/2006/relationships/notesSlide" Target="/ppt/notesSlides/notesSlide4.xml" Id="Rcdea8a8cc11f4b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7d5b61d2345d0" /><Relationship Type="http://schemas.openxmlformats.org/officeDocument/2006/relationships/notesSlide" Target="/ppt/notesSlides/notesSlide5.xml" Id="R57b5196cf9f747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cf428d3394811" /><Relationship Type="http://schemas.openxmlformats.org/officeDocument/2006/relationships/notesSlide" Target="/ppt/notesSlides/notesSlide6.xml" Id="Ra94852b1183d49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e13af75e34fc9" /><Relationship Type="http://schemas.openxmlformats.org/officeDocument/2006/relationships/notesSlide" Target="/ppt/notesSlides/notesSlide7.xml" Id="Rda9b8dc6108c47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a7d0b009e49a5" /><Relationship Type="http://schemas.openxmlformats.org/officeDocument/2006/relationships/notesSlide" Target="/ppt/notesSlides/notesSlide8.xml" Id="Re6ff808408c24e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2da9e5d744eb8" /><Relationship Type="http://schemas.openxmlformats.org/officeDocument/2006/relationships/notesSlide" Target="/ppt/notesSlides/notesSlide9.xml" Id="R7b5a0b758d2d49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2139785f140d9" /><Relationship Type="http://schemas.openxmlformats.org/officeDocument/2006/relationships/image" Target="/ppt/media/image3.png" Id="R0941cbf7270c4783" /><Relationship Type="http://schemas.openxmlformats.org/officeDocument/2006/relationships/notesSlide" Target="/ppt/notesSlides/notesSlide10.xml" Id="Rf22cd3d3b4b043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D435DC-F8A0-4EDC-9BD5-ECD73ABF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E4038-8C7B-46F7-975B-EF17AFC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0B6F5-BBE5-4503-986A-056816C1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86F37-0468-439F-8EBA-E2D87111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9981C-8BA1-4870-8DE3-98AF2FC7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f130f221c4f9c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525F1-95A8-41BC-9101-311CDB5C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80C9D-141C-4665-BA5A-D4AE04DC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Électricité, Utilities &amp; Eau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4DBC8-149B-4117-AB4D-654118A0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Améliorer la qualité de service, la coordination d’exploitation et la lecture des incidents à grande échelle.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505C3-FE6A-4530-8DB5-88EF18A2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acteurs de l’électricité, de l’eau et des utilities qui veulent transformer l’IA en meilleure continuité d’information, meilleurs commentaires KPI et meilleure réactivité terrain.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95050-A156-4AA9-B2D2-6DA951EC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B697C-1DAA-4C13-883F-B2CD0591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FEEB5-D1C5-4620-A95B-1CA7228E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EEF06-C58E-43BC-8AEE-982F2A86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C31AF-9803-470E-893B-44D63F93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FAD6D-F7DA-4232-94B3-C280C579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Électricité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ADC3C-A3F0-4750-B822-C434F379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E6367-1894-4605-B84E-D142AD62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Eau / Utilities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2401E-4837-4C42-AD9F-503C4611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C6AEC-077C-455E-8C2C-195171A7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Stockage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193B9A-1D1A-45E7-9BB2-8151ADFB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80517-413B-4C20-97B8-6FCDE7FE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Production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C1392-A5D7-45D6-A17B-0B445CF0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29797-59D4-411B-8351-0425C712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AD625-A0A3-464A-AB5E-27F42EA5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8C0C6C-7277-4758-A0B7-819E9F53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74D8C2-ACA0-42B6-A440-AE5496F2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0170D-176D-4798-8AFF-440230D2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5F9B7-C6C0-45CD-8438-7162D35F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D2029-7869-44A6-9C37-983A2D6B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6A4C5F-762F-4225-A734-CF82DA34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B9769F-ECD4-4B5A-BBD4-FE617ABC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8B36CE-C777-420E-BD77-5F1DC2DA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7B76D2-6986-4C54-ADC1-07C734C5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CBD786-9FFD-42DF-ABCD-AB8A7E4D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0879CB-0885-4C7F-A81B-CFBE34AC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575169-05FB-4E64-961B-4BD90220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3A5137-E06D-4025-BF10-AF0E10C5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F4D6C6-3163-4B9A-A430-25CB995A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C4AAAA-0D8F-434E-926E-EBF17C67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E19EE9-5831-4CA0-A926-337F084C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A25C1F-C118-44FE-B1EC-CFB9D574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8C32F7-F20C-4006-93E3-D5DF4AF0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Électricité, Utilities &amp; Eau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9A7DA5-FE44-4BCA-9043-045C74DB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10442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D12CFA-EC41-4B14-911E-17B15E7F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FC09A-16BD-4107-9B6B-BDF3F4BB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E3187-09B1-4ABE-9A19-F70FAC2C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électricité, utilities &amp; eau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C74EF-7E60-47EE-BF37-596BDC8F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ROI s’observe dans la fluidité entre exploitation, relation usager et pilotage, avec une meilleure capacité à commenter incidents, réclamations et performance.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BACE5-162C-4373-8248-E17D1936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6142f671d4ae1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94515-CA7A-4E66-BF24-70FBDAF2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F00A9-ECC0-49D7-A00E-328BF025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6EFAA-9B02-4BE6-958F-E83E5B70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2F5E4-033F-4D04-9F2B-6E3A79AD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A8D3D-110B-4464-BB13-AFFCDA1C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88A68-F1CF-4ED6-B7B1-4FF26E9A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731A5-6200-4CAC-BC02-9CC125AA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D37F6-8106-4F5B-AFDE-E3C4ED5F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Électricité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C2D9E-3657-4FAA-8F7B-A1A54E2C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EA842-926E-47C4-BBD5-AC6ABAE1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Eau / Utilities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CD51E-1777-4AF3-A2F7-110414AC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05580-7F53-4B74-A88B-CF47D6B6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Stockage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38B13-0514-49CC-9A59-B5F53F67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61D2F-D979-4B01-9A1D-75B13D79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EB874-2F13-436D-9218-BBD1805D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2F8A5-5F60-4F55-AE4D-57866464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703D6-4DC1-4EBD-B06A-FA43905E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A5B35-694C-4F02-975E-F243CDB9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9FD3E-E60A-4912-8784-CA4FC36C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Électricité, Utilities &amp; Eau | Positionnement et preuve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696CA6-0797-4E42-9EA3-509025D0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60329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E19E89-8A89-4649-9B63-FFFE8010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5FE77-5DD6-4785-8347-6E337FB2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CEE21-6C58-40A9-B916-F9A0E153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F99DD-5938-4790-87BC-C383CDF3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220F0-BDC9-4975-B390-088804CF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73B5C-7590-4E4A-B11A-8436CD69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974C2-96F8-4B82-9711-37DEB159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Incidents difficiles à commenter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AC873-C1A1-47F4-BC66-E5028DF6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14E17-1199-45FE-804D-9E4EDBF5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accumulent des données d’exploitation mais les relient difficilement à une lecture managériale claire.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E7FBE-81F5-4D9C-BD98-0A2334A3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5E8C9-6C2C-4A5E-B6DB-AC28A3CC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disposent de synthèses plus utiles pour arbitrer et communiquer.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14D7B-665E-402A-9F4F-7AF962FE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1F4AE-FF01-42C1-A3D6-4B3DAA8D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9124C-0E3D-43D5-BEC0-9F576B65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Relation usager sous 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5D894-CDDF-4ECC-9399-214A87CB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7E8FB-6148-4C71-82A2-254A083B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demandes et réclamations reviennent en volume avec des réponses variables.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3EED4-5ACA-4E52-9D58-0E9E5F66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F38A9-EE87-40BF-B60B-272DBAE4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scripts et bases de réponse rendent le service plus cohérent.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82F56-175F-4243-9167-A949CD8C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463F9-43F4-4051-8C6D-755A6144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4B612-AC6F-46D8-9A7E-131DB044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Documents et procédures dispersés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89EC1-C5C6-46CF-BCD6-8B601AE4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DAAA6-B6EA-43DA-A501-114FF3A5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consignes, modèles et supports circulent sans référentiel simple.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A721DA-4647-483A-AB32-C9DF43DE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976F1-F071-4C38-ABE3-59C644D5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accèdent plus vite aux bonnes procédures et messages.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30932D-4B8F-4FEA-B182-F324DFF2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2703B6-1F6A-4BEF-9CAC-234A2F84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AAA71B-076C-443C-9B6F-462C3C6C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Coordination terrain / siège lente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A06FA3-29FE-40F5-A5D4-8994110A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C09D3E-D855-42F2-AAA6-E0E85C13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priorités ne remontent pas toujours à temps entre exploitation et management.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9869A3-C645-425C-9148-44270375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DF152B-281E-4E5F-87CB-960EC18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routines de synthèse et de brief facilitent l’action rapide.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61AD7F-4DB9-4764-8C1B-E7C6C9BE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EC2BFE-3064-41A3-8B38-9EFC47A1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3C22B1-A16E-4209-ADAB-B1902E24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280C53-307E-42B6-9326-89B3BCC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6B0B29-7481-477F-A1B7-9B8D2452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Électricité, Utilities &amp; Eau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A58479-CD99-4F64-9BC3-7FAF8081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36073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D67BD2-046E-4C57-AA75-E947005E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A63DF-C81D-4B01-9271-61D1D3F2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5A042-C9EC-4DD3-927C-3A0F3183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4B189-BC8B-4B54-AB47-F917C373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8EEF8-34F2-4AA5-AA93-C9799252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5E0E7-FB3C-4C2D-BA1A-B344159D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Réactivité accrue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10BA4-3362-4E9D-A25F-9C31D9CD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incidents et réclamations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C93A0-8443-4B39-B1DA-B417B415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lecture, synthèse,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0EB94-819F-4087-A36E-9F428B72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BAD53-2262-426C-87A3-FF30B81C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 plus homogène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F7A5E-A314-4EA9-A16D-5A4F36A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côté usager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E433A-C81E-4212-849D-6891E5A6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réponses, guidance, information de 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A190F-7BE5-4E37-AE0E-4509CCB8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D1807-5A72-44A7-A4AB-9EA75D81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KPI plus utiles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43317-4080-4096-92DD-A14C2AAF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l’exploitation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A1AA4-BB7C-4004-8006-C28D740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commentaires automatiques et alertes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323A2-472E-466A-A0D8-68FA6A5B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3B962-9899-4AEB-B903-09765B2F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Procédures mieux diffusées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51827-4F0C-442C-96EC-4B4CB21D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dans les équipes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34F3E-D300-4C0A-A0D2-B4235D4C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consignes, modèles, supports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B9CB2-9EBD-440F-8B1F-0871D855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89C10-CF21-41B1-BF79-2EC7ECAD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D1223-B3BF-420B-8593-9C15616B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4F2831-3B5E-482E-8632-CBF61BC8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57714-AC7F-475C-B6AD-43DBD0F8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FA627-585F-4E88-9AF2-BF072361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Électricité, Utilities &amp; Eau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24877-84A3-4B98-9335-5C0EFABA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34405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4ED7CB-232B-40B2-8891-1E3FD379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1EBF9-CA5B-40BC-8A3A-3AEBDC5C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F7D33-4D78-4A47-B279-5CDE2A42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9828B-2124-479B-B9FB-F41AC460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BCC4C-F654-430B-9BD1-000EE3F6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14967-FCE6-4173-91F4-7B8021A7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4AF34-4507-4460-9F23-B4FEDA0A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incidents et exploitation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A1B4E-BF9D-4897-A117-88A2CD84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21234-F0E7-4F45-AEE6-E0E9EFC6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et événements prennent du temps à transformer en décisions.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E25D1-4D8F-4FCF-AD9B-30B791A2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E2CF5-9738-4017-948B-6D5DE6E2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gagnent des vues consolidées plus lisibles.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86E8B-E76C-4549-AC22-D998C2DD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EB03D-60A9-4666-BD50-1C871AB6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lecture ; délai d’arbitrage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B519B-E511-4051-8E74-5A57C647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9F7E2-DAD8-4EE6-BAA9-C44E4B8F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98719-2AA5-4BB4-B157-74DCF8EC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de réponse usager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6A038-1C36-4E64-B8BC-DEBC802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69981-242C-480B-9A70-3758B726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agents reformulent sans cesse les mêmes réponses.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C2AB3-80D8-4289-9E32-9C7AFDCB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7EAFF-E11B-447A-A1DF-380814FC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un copilote de réponse cohérent et gouverné.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4FAA9-BAA4-41D2-A7AE-17C9EF34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18A19-CBCE-41EC-8231-15488BBB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moyen de réponse ; taux de résolution premier niveau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5AB47A-1770-4884-B509-24CDD66A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9B1DA-23DC-4135-841E-F828817E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B0786-EDCA-4083-995E-177350A0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procédures et consignes réseau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3F5CF2-E715-4615-BC41-023247D8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31FD5-D4F5-4AD9-8E2E-7C18B26C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documents utiles sont dispersés dans plusieurs dossiers.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342F3E-2C14-41EE-A7BD-5A6A2520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087881-68FF-484D-9895-13D60F0D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procédures deviennent plus faciles à retrouver et à actualiser.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F1BC03-B120-4CC3-8A90-3162A1BA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977B97-FCEC-41A5-A50E-FA3F225D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recherche ; homogénéité de diffusion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464946-00FD-4919-8CBF-5E3BF1AA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33ACFF-19A9-4568-BC41-28838FFD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56A803-9FC4-4A18-8581-07CB75E2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 KPI qualité de service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82AE32-D49B-4716-B69E-CBA782EF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0416AB-5082-4A52-AAFD-D183EEC8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tableaux de bord restent trop bruts pour le management.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C6612D-EE71-469E-A6E1-BB54A0B5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00E0E7-1E7D-494A-8EF3-ED385688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alertes sont commentés plus vite pour soutenir les décisions.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02FFA-04B6-4F04-AA5D-38B2A0AA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398914-E0D3-4034-BF1B-9014E002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réactivité de pilotage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1ADD97-D172-41D8-997A-FCB17623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C03176-2EB3-48D2-824B-544CB639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Électricité, Utilities &amp; Eau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D4F39D-9A8B-400B-ABA9-9C88A117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85864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9E2804-86FA-40BA-85D3-1718A5AB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9299D-250D-40FE-8E54-7CE7EDE3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6F29E-2295-4EA1-8D6A-507BA832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F946F-F499-484D-A8E8-0401FCCF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A6E64-81BC-4B42-9BBC-BE5B1FB5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CE4AF-E446-4018-B98B-43D97781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B7C27-C056-4A2C-8296-29AA587D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incidents et exploitation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F711F-B942-44D0-8845-5444122A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14859-3692-4D61-81B8-0A339B0F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et événements prennent du temps à transformer en décisions.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2512C-78F4-4EA6-BF8B-3638FF94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28108-2925-4BB8-B169-D790FEEC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gagnent des vues consolidées plus lisibles.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8C98A-66AB-49A6-AAF3-9DEF38CA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F38CF-4B52-4B92-8FCC-A3522F0E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lecture ; délai d’arbitrage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9BD89-512E-4322-8DF4-6BB51DBD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932C4-DEA3-4199-8E96-63C7CEE0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7E221-467E-461F-8C87-86C03D73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de réponse usager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16B47-8DBB-4149-A610-5C716BFF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7DF7C-486F-467B-A268-4060DA71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agents reformulent sans cesse les mêmes réponses.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731A7-9940-4F73-9E89-B065226A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1EF9A-173B-4814-8E77-5F006EB6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un copilote de réponse cohérent et gouverné.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9849C-EF04-4305-AC1B-BBBA50D6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208B17-4422-4499-B5D3-454CE486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moyen de réponse ; taux de résolution premier niveau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A4CE5-DA2D-4054-A1A9-188B23E1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35256-1B04-48DA-B4EF-41F8D17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CF590D-DD16-4DE9-8674-F0977BD2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A6C6BD-BA4B-49F2-AE16-1EDDD799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Électricité, Utilities &amp; Eau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086DA7-DA97-48A0-827B-B81BF0E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96573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43A3F3-2A74-46B7-93F7-861E9B1E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92EED-AE1D-47D4-8C89-C620E5EF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21340-6600-4D33-9F9D-193B538D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DE97A-249D-4913-BE58-F10B1F72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926CE-C8F4-4496-BC2B-67BF49CB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BE695-36FD-43A1-B1AF-ADA98F9E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E31FB-2C6A-47D3-BE39-C7387423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CFC7F-97E4-435D-8943-5BE391CE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EAAA5-6DF7-47D7-806F-57567291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7AB28-8903-462E-B273-2A093662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Planification et Suivi des Indicateurs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5FCFA-BEA1-47B2-AA2A-A69E67D6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0A140-DD59-4DD4-9A40-AC6B33D3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2EB0C-5ED9-4877-8D44-85449B27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CCBA5-FA1A-4967-B464-C171A069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Relation Client Augmentée par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7C159-310D-4D2E-9DD3-A09B0135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E69DF-6ADB-439E-A7D5-58FC0B0D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7308E-7D01-4D4D-ADCE-6E2747FD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1A80A-AF7A-4723-807F-D9D0F219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Support Prédictif et Maintenance Anticipée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9AFB0-310B-4843-89DD-7AB0165D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8A39F-F2CB-4B51-AADD-6C53AEF1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2538A-AED1-4056-B588-0864AEB2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30505-733E-4D4E-823C-DC6F4983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Documentaire Intelligente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C61E3E-32C8-42F3-9ED7-84D02A5B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D49F25-B44A-49B9-A3A2-0B705B7F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8AFF9-2A7F-4ED1-AF29-05C61713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93C07D-9D5E-474B-A81E-299D090A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Tableaux de Bord Administratifs avec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3E4A71-848A-4D3C-BBE1-A8E04DDE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1B6B4F-FF99-4B1C-959F-D035B41F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0923B1-C4AA-4D04-BD2E-334F199A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B385EB-D2B9-4EA1-B46B-39956B82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DB4DA3-2F64-43D3-A92D-9533199D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2E1185-3F19-4F1B-B7F7-F40A399A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6A9AD1-A7A8-4A5D-869F-C90303D7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relier exploitation, service usager et pilotage.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les incidents et KPI plus lisibles pour les responsables.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les redites sur les demandes récurrentes côté usager.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Diffuser plus proprement les procédures et supports d’exploitation.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0CC350-3F81-48BF-ADD5-10DA2560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B6FFDA-6B85-4CB1-A5EA-7D9291DD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64EF0F-A0AC-4ED8-852B-A3628747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6DEF7A-9CCB-48E6-8E9B-E9B33430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Électricité, Utilities &amp; Eau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CF572F-4BF2-4DF1-A95E-3E971814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84035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67EC3-DDD2-4C88-B5F7-2ABE8B75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09B6E-96B3-42CC-961D-BA9F00D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D6811-E3A6-4F54-9EB4-19B04D89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BC4C9-AFDE-4004-8F65-FFB9334F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D1FA8-8BA3-4BE4-84B9-3FED3254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8683A-AFCD-4111-904E-49F3F352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272ED-ABFA-4EE1-9CFD-15384C11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7C806-A0E0-4383-9049-814289AE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3D8FF-3674-4445-AF35-6278CA5B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41D64-678A-455E-B6E5-DCED2E6F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9A023-49DB-4218-8D4F-8412FB70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BF879-28C4-49F5-8859-3518C867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3BE23-FB95-4FC5-9400-52351129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0AE94-AF8B-498E-93CE-F8EC184C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1887A-619C-429C-9280-F0ECF3CF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7A693-35AE-4AAC-9675-E8E323FF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56868-A9DD-44AD-84FF-2E5162F5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36E14-B11D-4496-B84C-2EE42BC7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618F6-65F9-4EBC-B3B8-604DC528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29D07-1B45-4CC1-B9C1-A26E637E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FBE45-3ED3-4FE5-A93F-72BCDA94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6AA2A-035F-40FC-8B11-6AFFBF30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AAED2-48D1-4BAE-9885-E733357B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1E96DF-F723-4450-A00C-9618EBE6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E3406-75EB-4E57-B71D-443F2F0D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E87DA-D222-4339-9A64-78DBFCE1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ACDDB-4EFC-480D-92B5-DC720A1D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44C4A-E955-4558-A897-8FC91D1C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ABF5B1-BB6F-4A42-AB1F-38C225F0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Électricité, Utilities &amp; Eau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007D9A-D348-41D0-8374-CDA8D11A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53375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C7ED63-942C-404D-A2DE-4E185BC0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1A17C-7296-40B2-B0D2-3065F432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129BE-BD15-462A-BA99-9F73CBD4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électricité, utilities &amp; eau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2A363-0467-4CA7-BDFC-E2B9A83B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E954F-9762-451B-8689-9DD574EE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DA9E2-004B-4A08-A7CB-86ECCAF7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A593E-085E-4489-A492-5F321910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2E783-2488-48AB-BB54-63673986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Électricité, Utilities &amp; Eau.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DFEB2-41BA-4715-9E5D-B9C1C629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E9CDC-E1D1-4B98-B7B1-54248A1E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57A51-9954-486C-A9ED-8F4B8E8E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6B4B6-BFAB-40A6-A873-7565ACDD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712EB-DC42-4D67-AD8D-CD880ECE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22539-3D1D-4F1C-A927-7AAD18C2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5F4A1-57D7-491A-B058-8DBCF4ED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6AB9A-8281-4DD2-8DA7-7B5126D0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3D4D5-4CE4-49CF-843C-FE278DAC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8C3A2-FC85-429C-9B7F-6B4D2B52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5B422-9B22-4B78-AF7E-8749334F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C1CB1-77CC-4EE8-B71B-76735D2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53C65-268E-45A8-B88A-FCE4853E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048E5-7568-4150-B629-4DFFE329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601AE-1BA6-4DF8-AF11-E05D1DDA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D7EDF-C296-4BF5-87AA-E39DD68D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C6435D-E158-49EB-91EA-0C2CECFA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E94F8B-9B87-4FA7-A2B2-75FCE9BB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Électricité, Utilities &amp; Eau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6BE0C3-D089-486A-BC1E-C95464EB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85118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1CBB8-C82C-4819-AFE1-E44BDF96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99BBE-FF79-4F3D-BD1F-E9A01BA6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1cbf7270c4783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39836-52A2-4382-8ADD-66FE9DC2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4CE22-2572-4774-A47D-549AA950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D3095-ED7B-4DCE-9394-CF9F369E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C2F61-416B-439D-B3E0-D07BF788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1EFD4-C0B1-4561-A7CE-550CB6E2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B396E-0554-43FA-BE56-86C4E195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2E187-1925-44D6-8DA5-D0B4B95A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74630-987F-42E6-8C4C-0B60608C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8B234-67B9-4197-AD68-0B5E4F22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70747-3962-430A-994A-DE2F2F49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4DCAA-8FA6-4F21-80A2-CFDEACC7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EDCA8-2E36-453F-AF21-A001FF68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1A255-ECE1-4886-A237-53566975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74DC0-6B96-4389-842D-37E84AC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8AB2B-7117-46B2-BB56-181AD255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Électricité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95FDC-2DE5-4986-B560-849A518B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391AC-75A6-4369-913B-3773C413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Eau / Utilities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6173A-571C-41FE-B7D0-9093BB75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B9CBF-5CB0-423A-8620-97850666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Stockage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4C025F-C32D-4CE4-8F8A-0DC2528A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44EEF-77F3-4183-813C-261F5976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Électricité, Utilities &amp; Eau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1D1EA2-B98A-4DA0-9F8A-FA6F02D7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4396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2026-06-13T00:09:19.5250000Z</dcterms:created>
  <dcterms:modified xsi:type="dcterms:W3CDTF">2026-06-13T00:09:19.5250000Z</dcterms:modified>
</coreProperties>
</file>