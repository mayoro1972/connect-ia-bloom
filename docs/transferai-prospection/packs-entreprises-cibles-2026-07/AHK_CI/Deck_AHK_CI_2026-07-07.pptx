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AHK CÔTE D'IVOIRE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veille et de coordination bilingue pour AHK Côte d'Ivoire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AHK Côte d'Ivoire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institutions bilatérales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pensée pour les institutions régionales et organisations de coopération.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INSTITUTIONNEL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d'AHK Côte d'Ivoire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double enjeu : l'efficacité interne de la délégation et le service rendu aux entreprises membres.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Contenus bilingues dispersés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circulant en français et en allemand sans synthèse stable entre équipes.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Résumés et reformulations qui facilitent la coopération documentaire.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économique consommatrice de temps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Suivre le marché ivoirien et les opportunités pour les entreprises allemandes demande un effort documentaire important.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de veille et de synthèse préparées plus vite et plus régulièrement.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Briefings difficiles à produire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forums et rendez-vous demandant des fiches lourdes à assembler.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plus structurée, plus rapide et plus partageable.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relation des membres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89976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24" name="Text 18"/>
          <p:cNvSpPr/>
          <p:nvPr/>
        </p:nvSpPr>
        <p:spPr>
          <a:xfrm>
            <a:off x="89976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Piste de partenariat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9976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Recommander des prestataires locaux fiables aux entreprises allemandes reste artisanal.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partenariat de recommandation avec TransferAI pourrait structurer cette mise en relation.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contenus bilingues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français / allemand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plus régulière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le marché ivoirien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de synthèse préparées plus vite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facilitée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missions et forums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fiches et briefings structurés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relation structurée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entreprises membres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partenariat de recommandation à explorer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 bilingue augmentée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circulant en français et en allemand sans synthèse stable.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Résumés et reformulations qui facilitent la coopération documentaire entre équipes.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synthèse ; couverture bilingue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économique automatisée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du marché ivoirien et des opportunités demandant un effort documentaire important.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de veille préparées plus vite et plus régulièrement.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Fréquence de veille ; délai de diffusion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de briefings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forums et rendez-vous demandant des fiches lourdes à assembler.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plus structurée, rapide et partageable.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préparation ; qualité perçue du brief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relation des membres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Recommandation de prestataires locaux aux entreprises allemandes reste artisanale.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partenariat de recommandation structuré avec TransferAI pour les besoins IA des membres.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mises en relation qualifiées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GOUVERNANCE, CONFIDENTIALITÉ ET SUPERVISION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cadre compatible avec les exigences d'une institution bilatérale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sous supervision humaine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diplomatiques, économiques et données membres sous contrôle humain systématique.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8251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avant toute action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3232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 synthèse ou recommandation générée par l'IA est revue avant diffusion.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8853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5448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extension avant validation d'un premier pilote encadré et mesuré.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2648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8251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28853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documenté et validé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d'usage validées par la direction de la délégation.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RENFORCEMENT DES CAPACITÉS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formations qui préparent des gestes métier réels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formations prioritaires, regroupées en trois familles.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6829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&amp; synthèse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65760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214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Économique Augmentée par l'IA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34340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 Bilingue Français-Allemand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50799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236829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50799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&amp; missions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365760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85546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de Briefings avec l'IA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434340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5546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Multi-Partenaires par l'IA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795528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821131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7616" y="236829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21131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&amp; partenariat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1312" y="3657600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55878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pour Dirigeants : Vision et Stratégie</a:t>
            </a:r>
            <a:endParaRPr lang="en-US" sz="12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1312" y="4343400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55878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de Partenariats IA</a:t>
            </a: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0263F"/>
          </a:solidFill>
          <a:ln/>
        </p:spPr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605272"/>
            <a:ext cx="438912" cy="43891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37160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formation, accès gratuit à la communauté TransferAI pour partager cas réels et obtenir des conseils pratiques d'exécution.</a:t>
            </a:r>
            <a:endParaRPr lang="en-US" sz="1200" dirty="0"/>
          </a:p>
        </p:txBody>
      </p:sp>
      <p:sp>
        <p:nvSpPr>
          <p:cNvPr id="3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33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kit de synthèse bilingue ou de veille économique sur des dossiers réels de la délégation.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AHK Côte d'Ivoire.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 la délégation et de ses équipes.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et données membres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la piste de partenariat de recommandation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AHK CI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AHK CI</dc:title>
  <dc:subject>PptxGenJS Presentation</dc:subject>
  <dc:creator>TransferAI Africa</dc:creator>
  <cp:lastModifiedBy>TransferAI Africa</cp:lastModifiedBy>
  <cp:revision>1</cp:revision>
  <dcterms:created xsi:type="dcterms:W3CDTF">2026-07-08T00:21:05Z</dcterms:created>
  <dcterms:modified xsi:type="dcterms:W3CDTF">2026-07-08T00:21:05Z</dcterms:modified>
</cp:coreProperties>
</file>