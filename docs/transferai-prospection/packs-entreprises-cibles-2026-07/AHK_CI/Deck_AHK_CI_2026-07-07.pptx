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CIBLÉE — AHK CÔTE D'IVOIRE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de l'IA un levier de veille et de coordination bilingue pour la Délégation de l'Économie Allemande en Côte d'Ivoire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AHK Côte d'Ivoire — TransferAI Africa, hub IA de Nettelecom 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activables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prioritaires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d'extension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d'entrée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63093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5074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 recommandée : audit IA gratuit + échange expert de 45 minutes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indicateurs ci-dessus sont des repères de référence, formulés comme hypothèses à confirmer pendant l'audit — pas des engagements de résultat.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TRANSFERAI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TransferAI, hub IA opérationnel de Nettelecom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interlocuteur structuré, pas un simple catalogue de formations.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78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experts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Basés en Côte d'Ivoire, au Royaume-Uni, aux États-Unis et en Inde.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d'exécution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cadrage, formation, gouvernance et premier pilote métier reliés.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institutions bilatérales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910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pensée pour les institutions régionales et organisations de coopération.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20574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34272" y="23317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78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Accompagnement 90 jours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6576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L'engagement continue après la formation, pas seulement pendant.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6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86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2578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structure de formation classique transmet un contenu. TransferAI forme, puis accompagne l'usage réel, les ajustements et les décisions d'extension.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INSTITUTIONNEL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est adaptée au contexte d'AHK Côte d'Ivoire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double enjeu : l'efficacité interne de la délégation et le service rendu aux entreprises membres.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Contenus bilingues dispersés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circulant en français et en allemand sans synthèse stable entre équipes.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Résumés et reformulations qui facilitent la coopération documentaire.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économique consommatrice de temps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le marché ivoirien et les opportunités pour les entreprises allemandes demande un effort documentaire important.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112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de veille et de synthèse préparées plus vite et plus régulièrement.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Briefings difficiles à produire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forums et rendez-vous demandant des fiches lourdes à assembler.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4434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plus structurée, plus rapide et plus partageable.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78240" y="19202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 des membres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997696" y="31272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24" name="Text 18"/>
          <p:cNvSpPr/>
          <p:nvPr/>
        </p:nvSpPr>
        <p:spPr>
          <a:xfrm>
            <a:off x="8997696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de partenariat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997696" y="352958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Recommander des prestataires locaux fiables aux entreprises allemandes reste artisanal.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997696" y="476402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1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partenariat de recommandation avec TransferAI pourrait structurer cette mise en relation.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ATTENDUS ET INDICATEURS DE PREUVE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ROI n'a de valeur que relié à des KPI lisibles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 prudents à confirmer pendant l'audit — pas des chiffres abstraits.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plus rapide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contenus bilingues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français / allemand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plus régulière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930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marché ivoirien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de synthèse préparées plus vite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facilitée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362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missions et forums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 et briefings structurés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9408" y="2148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 structurée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79408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entreprises membres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79408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 de recommandation à explorer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rendre ce ROI crédible dès le premier rendez-vous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Partir d'un flux concret et visible.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Nommer le ou les KPI déjà lus par la direction.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Limiter le premier pilote à un terrain mesurable.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Revoir les résultats avec les responsables avant extension.  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PRIORITAIRES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usages à mettre au centre de la proposition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CEFE3"/>
          </a:solidFill>
          <a:ln w="19050">
            <a:solidFill>
              <a:srgbClr val="D66724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bilingue augmentée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" y="2944368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D66724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phare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circulant en français et en allemand sans synthèse stable.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3708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Résumés et reformulations qui facilitent la coopération documentaire entre équipes.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376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de synthèse ; couverture bilingue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économique automatisée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du marché ivoirien et des opportunités demandant un effort documentaire important.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112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de veille préparées plus vite et plus régulièrement.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112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 de veille ; délai de diffusion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briefings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forums et rendez-vous demandant des fiches lourdes à assembler.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44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plus structurée, rapide et partageable.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544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préparation ; qualité perçue du brief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778240" y="1600200"/>
            <a:ext cx="2514600" cy="45720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97696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relation des membres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97696" y="30632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 de prestataires locaux aux entreprises allemandes reste artisanale.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97696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B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 </a:t>
            </a:r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partenariat de recommandation structuré avec TransferAI pour les besoins IA des membres.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997696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buNone/>
            </a:pPr>
            <a:r>
              <a:rPr lang="en-US" sz="9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mises en relation qualifiées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GOUVERNANCE, CONFIDENTIALITÉ ET SUPERVISION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cadre compatible avec les exigences d'une institution bilatérale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sous supervision humaine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diplomatiques, économiques et données membres sous contrôle humain systématique.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1762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avant toute action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5786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synthèse ou recommandation générée par l'IA est revue avant diffusion.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extension avant validation d'un premier pilote encadré et mesuré.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42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88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documenté et validé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54456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d'usage validées par la direction de la délégation.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RENFORCEMENT DES CAPACITÉS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formations qui préparent des gestes métier réels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formations prioritaires, regroupées en trois familles.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&amp; synthèse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Économique Augmentée par l'IA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3434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214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Bilingue Français-Allemand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0799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368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0799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&amp; missions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6576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546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Briefings avec l'IA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3434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546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Multi-Partenaires par l'IA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955280" y="196596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211312" y="2221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36829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11312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&amp; partenariat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365760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58784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Dirigeants : Vision et Stratégie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4343400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558784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 Partenariats IA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63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05272"/>
            <a:ext cx="438912" cy="43891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formation, accès gratuit à la communauté TransferAI pour partager cas réels et obtenir des conseils pratiques d'exécution.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90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cadrage à la mesure, avec validation à chaque palier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254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9136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cadrage et priorisation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840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flux prioritaires et les équipes à mobiliser.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J+15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913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livrable utile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7588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Calibrer un premier kit de synthèse bilingue ou de veille économique sur des dossiers réels de la délégation.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67512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J+45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9136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336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ciblée et pilote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les équipes retenues et lancer le premier terrain d'exécution, sous supervision humaine.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72600" y="3044952"/>
            <a:ext cx="402336" cy="402336"/>
          </a:xfrm>
          <a:prstGeom prst="ellipse">
            <a:avLst/>
          </a:prstGeom>
          <a:solidFill>
            <a:srgbClr val="D66724"/>
          </a:solidFill>
          <a:ln/>
        </p:spPr>
      </p:sp>
      <p:sp>
        <p:nvSpPr>
          <p:cNvPr id="27" name="Shape 22"/>
          <p:cNvSpPr/>
          <p:nvPr/>
        </p:nvSpPr>
        <p:spPr>
          <a:xfrm>
            <a:off x="8869680" y="19659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10263F"/>
          </a:solidFill>
          <a:ln/>
        </p:spPr>
      </p:sp>
      <p:sp>
        <p:nvSpPr>
          <p:cNvPr id="28" name="Text 23"/>
          <p:cNvSpPr/>
          <p:nvPr/>
        </p:nvSpPr>
        <p:spPr>
          <a:xfrm>
            <a:off x="8869680" y="19659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J+90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869680" y="370332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391363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70848" y="43159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Mesure, gouvernance et extension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70848" y="4983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Relire les premiers KPI, ajuster les usages, décider extension, recentrage ou montée en charge.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Différentiel TransferAI : une formation classique s'arrête au contenu. TransferAI accompagne la mise en pratique et la décision d'extension pendant 90 jours.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D'ACCOMPAGNEMENT RECOMMANDÉ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4 briques, simple à activer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21408"/>
            <a:ext cx="530352" cy="530352"/>
          </a:xfrm>
          <a:prstGeom prst="ellipse">
            <a:avLst/>
          </a:prstGeom>
          <a:solidFill>
            <a:srgbClr val="10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métier ciblé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Qualifier les flux, documents et frictions les plus critiques pour AHK Côte d'Ivoire.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526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des irritants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983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de gains rapides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918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11296" y="2121408"/>
            <a:ext cx="530352" cy="530352"/>
          </a:xfrm>
          <a:prstGeom prst="ellipse">
            <a:avLst/>
          </a:prstGeom>
          <a:solidFill>
            <a:srgbClr val="D6672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494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112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décideurs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112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Aligner la direction et les managers sur usages, limites et conditions de réussite.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452628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947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gouvernance, arbitrages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98348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947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premiers KPI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60350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54496" y="2121408"/>
            <a:ext cx="530352" cy="530352"/>
          </a:xfrm>
          <a:prstGeom prst="ellipse">
            <a:avLst/>
          </a:prstGeom>
          <a:solidFill>
            <a:srgbClr val="2F6F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2494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544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des équipes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2544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les bonnes méthodes et assistants dans les mains de la délégation et de ses équipes.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4526280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379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 métier augmentés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498348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379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 utile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778240" y="192024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0263F">
                <a:alpha val="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8997696" y="2121408"/>
            <a:ext cx="530352" cy="530352"/>
          </a:xfrm>
          <a:prstGeom prst="ellipse">
            <a:avLst/>
          </a:prstGeom>
          <a:solidFill>
            <a:srgbClr val="6E7D8C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2249424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997696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&amp; accompagnement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8997696" y="3337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intention IA à un premier terrain visible, mesurable et gouverné.</a:t>
            </a:r>
            <a:endParaRPr lang="en-US" sz="10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696" y="4526280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281160" y="4462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sur 90 jours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7696" y="4983480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928116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d'extension</a:t>
            </a:r>
            <a:endParaRPr lang="en-US" sz="1000" dirty="0"/>
          </a:p>
        </p:txBody>
      </p:sp>
      <p:sp>
        <p:nvSpPr>
          <p:cNvPr id="40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PROCHAINE ÉTAPE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pilote utile, gouverné et mesurable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rendez-vous confirme les deux premiers terrains, les équipes à former et la sortie attendue à 90 jours.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gouvernés, progressifs, validés par des responsables métier identifiés.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08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et données membres sous supervision humaine.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989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67588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accompagne aussi la mise en pratique et les premiers KPI, au-delà de la formation.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68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424281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par pilote avant toute extension à d'autres périmètres.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229600" y="26060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324F"/>
          </a:solidFill>
          <a:ln/>
        </p:spPr>
      </p:sp>
      <p:sp>
        <p:nvSpPr>
          <p:cNvPr id="15" name="Text 9"/>
          <p:cNvSpPr/>
          <p:nvPr/>
        </p:nvSpPr>
        <p:spPr>
          <a:xfrm>
            <a:off x="85039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6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ATTENDUE DU RENDEZ-VOUS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24612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33104" y="3200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les 2 premiers cas d'usage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13048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833104" y="3767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équipes à former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379976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833104" y="43342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la piste de partenariat de recommandation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94690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833104" y="4901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 de l'ordre audit / formation / pilote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503920" y="553212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D66724"/>
          </a:solidFill>
          <a:ln/>
        </p:spPr>
      </p:sp>
      <p:sp>
        <p:nvSpPr>
          <p:cNvPr id="25" name="Text 15"/>
          <p:cNvSpPr/>
          <p:nvPr/>
        </p:nvSpPr>
        <p:spPr>
          <a:xfrm>
            <a:off x="850392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+ 45 min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contact@transferai.ci   ·   www.transferai.ci   ·   +225 07 16 57 39 90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TransferAI | Hub IA de Nettelecom CI | AHK CI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TransferAI x AHK CI</dc:title>
  <dc:subject>PptxGenJS Presentation</dc:subject>
  <dc:creator>TransferAI Africa</dc:creator>
  <cp:lastModifiedBy>TransferAI Africa</cp:lastModifiedBy>
  <cp:revision>1</cp:revision>
  <dcterms:created xsi:type="dcterms:W3CDTF">2026-07-07T20:31:57Z</dcterms:created>
  <dcterms:modified xsi:type="dcterms:W3CDTF">2026-07-07T20:31:57Z</dcterms:modified>
</cp:coreProperties>
</file>