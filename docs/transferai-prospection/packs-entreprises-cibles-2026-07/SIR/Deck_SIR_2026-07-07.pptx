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SIR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performance et de continuité opérationnelle pour la SIR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Générale, Direction des Systèmes d'Information et opérations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industrielle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pensée pour les environnements énergie, opérations et systèmes sensibles.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DE LA SIR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SIR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la Direction Générale, la DSI et les opérations.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IT &amp; Helpdesk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modélisé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à 70 % des tickets Direction Informatique sont répétitifs et non automatisés.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de niveau 1 disponible en continu, avec escalade intelligente vers le bon technicien.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et anomalies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et signaux faibles pas toujours visibles à temps.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Historiques et alertes mieux exploités avant arbitrage humain.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et conformité documentaire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Vitesse d'exécution, qualité documentaire et exigences de sécurité à concilier.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Traçabilité, standardisation et discipline documentaire renforcées.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des comptes et opérations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Responsables assemblent eux-mêmes les éléments utiles au suivi.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alertes plus rapides et lisibles pour la direction.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tickets IT de niveau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 à confirmer pendant l'audit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Réactivité accrue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anomalies et maintenance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mieux consolidés avant arbitrage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technique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produite plus vite, mieux diffusée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procédures, runbooks, base de connaissance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la direction et l'exploitation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synthèses, alertes, portefeuille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répétitifs saturant le support de niveau 1.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résout les cas courants, escalade intelligente vers le bon technicien.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; tickets automatisés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DSI automatisé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manuelle des tableaux SLA, incidents et disponibilité.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temps réel et rapport hebdomadaire générés automatiquement.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; délai de diffusion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et anomalies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Historiques et alertes longs à relire avant décision.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d'attention mieux structurés pour accélérer la réaction humaine.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anomalies traitées tôt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des comptes et opérations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Éléments utiles assemblés manuellement par les responsables.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alertes consolidées pour la direction et l'exploitation.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consolidation ; lisibilité managériale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lancer rapidement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première valeur visible pour la Direction Générale et la DSI.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niveau 1 saturé par des demandes répétitives, traitées au même rythme que les cas complexes.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disponible en continu, résolution automatique des cas courants et escalade intelligente vers le bon technicien.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niveau 1 ; taux d'automatisation des tickets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DSI automatisé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Tableaux de bord SLA et rapports d'incidents préparés manuellement chaque semaine.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temps réel et rapport hebdomadaire générés et diffusés automatiquement à la direction.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du rapport ; délai de diffusion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la qualité de service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la maîtrise technique et documentaire.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technique augmentée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 et runbooks pas toujours à jour ni centralisés, savoir-faire fragile lors des départs.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assistée de procédures depuis les tickets et le code existant, recherche sémantique dans la base documentaire.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Couverture documentaire ; délai de mise à jour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prédictive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de sécurité traitées après incident, corrélation manuelle des journaux systèmes.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d'anomalies avant l'incident, corrélation automatique des journaux, conformité facilitée.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incidents anticipés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gagnent en pertinence une fois le Helpdesk et le Reporting DSI stabilisés — ils ne sont pas la première priorité.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(support IT, reporting, maintenance)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assistant Helpdesk ou un kit de reporting sur les tickets et données réelles de la SIR.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RECOMMANDÉE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proposition TransferAI pour la SIR, en 4 briques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 IT, opérationnels et documentaires les plus critiques pour la SIR.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Générale et la DSI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IT et opérationnelles.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identifiés (DSI, opérations).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techniques et opérationnelles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 (Helpdesk, Reporting)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IT et opérationnelles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SIR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SIR</dc:title>
  <dc:subject>PptxGenJS Presentation</dc:subject>
  <dc:creator>TransferAI Africa</dc:creator>
  <cp:lastModifiedBy>TransferAI Africa</cp:lastModifiedBy>
  <cp:revision>1</cp:revision>
  <dcterms:created xsi:type="dcterms:W3CDTF">2026-07-08T03:41:34Z</dcterms:created>
  <dcterms:modified xsi:type="dcterms:W3CDTF">2026-07-08T03:41:34Z</dcterms:modified>
</cp:coreProperties>
</file>