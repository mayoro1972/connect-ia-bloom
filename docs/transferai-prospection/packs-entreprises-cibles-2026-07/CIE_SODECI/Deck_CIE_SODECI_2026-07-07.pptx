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GROUPE CIE-SODECI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qualité de service pour la CIE et la SODECI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et eau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utilities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pensée pour l'électricité, l'eau et les concessions de service public.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INSTITUTIONNEL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CIE et de la SODECI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l'exploitation et la relation usager.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difficiles à commenter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d'exploitation accumulées mais difficiles à relier à une lecture managériale claire.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plus utiles pour arbitrer et communiquer.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usager sous tension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et réclamations en volume, avec des réponses variables.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et bases de réponse qui rendent le service plus cohérent.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et procédures dispersés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Consignes, modèles et supports circulant sans référentiel simple.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Accès plus rapide aux bonnes procédures et messages.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terrain / siège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ne remontant pas toujours à temps entre exploitation et management.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Routines de synthèse et de brief qui facilitent l'action rapide.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incidents d'exploitation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managériales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plus cohérente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aux usagers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réclamations, demandes, suivi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Accès facilité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aux procédures et consignes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 documentaire simple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terrain et siège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usager augmentée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et réclamations en volume, réponses variables selon les canaux.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et base de réponse encadrés pour un service plus homogène.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réponse ; taux de résolution 1er niveau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d'incidents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d'exploitation difficiles à relier à une lecture managériale claire.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commentées plus utiles pour arbitrer et communiquer.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synthèse ; lisibilité managériale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 et consignes centralisées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Consignes et supports circulant sans référentiel simple.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Accès plus rapide aux bonnes procédures et messages.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d'accès ; couverture documentaire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terrain / siège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ne remontant pas toujours à temps.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Routines de synthèse et de brief qui facilitent l'action rapide.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remontée d'information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GOUVERNANCE, CONFIDENTIALITÉ ET SUPERVISION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cadre compatible avec les exigences d'une concession de service public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sous supervision humaine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usagers et d'exploitation sous contrôle humain systématique.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8251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avant toute action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 réponse ou synthèse générée par l'IA est revue avant diffusion aux usagers.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5448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extension avant validation d'un premier pilote encadré et mesuré.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2648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8251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8853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documenté et validé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d'usage validées par les responsables métier — exploitation, relation usager.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RENFORCEMENT DES CAPACITÉS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formations qui préparent des gestes métier réels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formations prioritaires, regroupées en trois familles.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usager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214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Usager Augmentée par l'IA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34340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Réclamations Automatisée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50799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36829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0799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Exploitation &amp; reporting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36576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85546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d'Incidents Automatisé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34340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5546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 Centralisées avec l'IA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795528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1131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7616" y="236829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21131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&amp; pilotage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3657600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55878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Terrain-Siège par l'IA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343400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55878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pour Dirigeants : Vision et Stratégie</a:t>
            </a: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0263F"/>
          </a:solidFill>
          <a:ln/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605272"/>
            <a:ext cx="438912" cy="43891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37160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formation, accès gratuit à la communauté TransferAI pour partager cas réels et obtenir des conseils pratiques d'exécution.</a:t>
            </a:r>
            <a:endParaRPr lang="en-US" sz="1200" dirty="0"/>
          </a:p>
        </p:txBody>
      </p:sp>
      <p:sp>
        <p:nvSpPr>
          <p:cNvPr id="3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3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kit de réponse usager ou de reporting d'incidents sur des données réelles.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la CIE et la SODECI.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 l'exploitation et de la relation usager.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usagers et d'exploitation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CIE-SODECI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CIE-SODECI</dc:title>
  <dc:subject>PptxGenJS Presentation</dc:subject>
  <dc:creator>TransferAI Africa</dc:creator>
  <cp:lastModifiedBy>TransferAI Africa</cp:lastModifiedBy>
  <cp:revision>1</cp:revision>
  <dcterms:created xsi:type="dcterms:W3CDTF">2026-07-08T00:21:05Z</dcterms:created>
  <dcterms:modified xsi:type="dcterms:W3CDTF">2026-07-08T00:21:05Z</dcterms:modified>
</cp:coreProperties>
</file>