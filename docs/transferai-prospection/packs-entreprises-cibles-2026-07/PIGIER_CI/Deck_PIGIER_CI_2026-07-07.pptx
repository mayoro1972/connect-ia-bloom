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3108960" cy="3108960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DE PARTENARIAT — PIGIER CÔTE D'IVOIRE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de l'IA un levier pédagogique et opérationnel pour Pigier Côte d'Ivoire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proposition construite sur un partenariat déjà existant avec TransferAI Africa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formations activables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1460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 prioritaires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J+90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48056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d'extension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FCFA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652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d'entrée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6309360" cy="566928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88720" y="507492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Entrée recommandée : audit IA gratuit + échange expert de 45 minutes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5943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indicateurs ci-dessus sont des repères de référence, formulés comme hypothèses à confirmer pendant l'audit — pas des engagements de résultat.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Pigier CI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PARTENARIAT À APPROFONDIR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et Pigier Côte d'Ivoire, déjà partenaires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Cette proposition prolonge une relation existante, elle ne part pas de zéro.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47802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Partenariat existant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Pigier Côte d'Ivoire figure déjà parmi les partenaires affichés de TransferAI Africa.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478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47802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d'exécution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478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Audit, cadrage, formation, gouvernance et premier pilote métier reliés.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10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47802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910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Expérience pédagogique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2910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déjà pensée pour les établissements d'enseignement et de formation professionnelle.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7782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0342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76" y="247802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342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experts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0342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Basés en Côte d'Ivoire, au Royaume-Uni, aux États-Unis et en Inde.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0263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48640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52578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L'objectif n'est pas de démarcher Pigier comme un prospect froid, mais d'explorer comment approfondir un partenariat déjà engagé.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Pigier CI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PRIORITÉS MÉTIER DE PIGIER CI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angles à explorer avec Pigier Côte d'Ivoire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volet interne (efficacité pédagogique et administrative) et un volet partenarial (offre conjointe).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pédagogique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0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modules, cas et supports demande beaucoup de temps expert.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80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de cours et séquences préparés plus vite, avec une meilleure base de travail.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21488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112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des cohortes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112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d'apprenants longs à relire et à interpréter.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112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Synthèses plus actionnables pour les responsables pédagogiques.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488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544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 et suivi étudiant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544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Demandes récurrentes des candidats et étudiants traitées de façon hétérogène.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544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de réponse encadré pour homogénéiser le suivi.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7782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21488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976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Offre conjointe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8997696" y="3127248"/>
            <a:ext cx="2057400" cy="292608"/>
          </a:xfrm>
          <a:prstGeom prst="roundRect">
            <a:avLst>
              <a:gd name="adj" fmla="val 50000"/>
            </a:avLst>
          </a:prstGeom>
          <a:solidFill>
            <a:srgbClr val="D66724"/>
          </a:solidFill>
          <a:ln/>
        </p:spPr>
      </p:sp>
      <p:sp>
        <p:nvSpPr>
          <p:cNvPr id="24" name="Text 18"/>
          <p:cNvSpPr/>
          <p:nvPr/>
        </p:nvSpPr>
        <p:spPr>
          <a:xfrm>
            <a:off x="8997696" y="31272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Piste de partenariat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997696" y="3529584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partenariat existant reste aujourd'hui limité à une visibilité de marque.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997696" y="4764024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module IA co-brandé pourrait enrichir l'offre de formation de Pigier CI.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Pigier CI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ATTENDUS ET INDICATEURS DE PREUVE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ROI n'a de valeur que relié à des KPI lisibles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Repères prudents à confirmer pendant l'audit — pas des chiffres abstraits.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plus rapide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supports pédagogiques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modules, cas, quiz, fiches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930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plus actionnable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930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cohortes et résultats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930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synthèses pédagogiques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 plus cohérente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362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 candidats et étudiants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362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admissions, suivi, réclamations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782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794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Offre enrichie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794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les apprenants de Pigier CI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794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IA à co-construire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7365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avancer concrètement dès le premier rendez-vous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120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Clarifier ce qui relève de l'usage interne et ce qui relève du partenariat.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Nommer un premier terrain interne mesurable.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Explorer en parallèle un module ou une offre conjointe.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Avancer par étapes, sans bousculer les programmes existants.   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Pigier CI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 PRIORITAIRES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usages à mettre au centre de la proposition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CEFE3"/>
          </a:solidFill>
          <a:ln w="19050">
            <a:solidFill>
              <a:srgbClr val="D66724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pédagogique augmentée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" y="2944368"/>
            <a:ext cx="2057400" cy="274320"/>
          </a:xfrm>
          <a:prstGeom prst="roundRect">
            <a:avLst>
              <a:gd name="adj" fmla="val 50000"/>
            </a:avLst>
          </a:prstGeom>
          <a:solidFill>
            <a:srgbClr val="D66724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2944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 phare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68096" y="336499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et supports longs à concevoir pour des cohortes différentes.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" y="437083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de cours et déclinaisons multi-format accélérés par l'IA.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" y="53766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conception ; nombre de formats produits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918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8288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112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de cohortes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112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d'apprenants longs à interpréter par les responsables pédagogiques.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112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Synthèses actionnables sur les acquis et les difficultés.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5112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de synthèse ; actions correctives engagées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0350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288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544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 et vie étudiante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544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Demandes candidats/étudiants traitées de façon hétérogène.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2544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de réponse encadré pour homogénéiser le suivi.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2544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réponse ; taux de résolution 1er niveau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87782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182880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9976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IA co-brandé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9976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partenariat reste aujourd'hui limité à une visibilité de marque.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9976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module ou une certification IA co-construite avec TransferAI enrichit l'offre de Pigier CI.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89976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d'apprenants formés ; satisfaction pédagogique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Pigier CI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DÉTAIL DES DEUX PREMIERS TERRAINS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deux premiers terrains à explorer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terrain interne et une piste de partenariat, à avancer en parallèle.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1284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0263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128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 1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21284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6974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pédagogique augmentée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Modules, cas et supports longs à concevoir et décliner en plusieurs formats.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43434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de cours accélérés, déclinaison multi-format facilitée pour les équipes pédagogiques.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534924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clé  </a:t>
            </a:r>
            <a:pPr indent="0" marL="0">
              <a:buNone/>
            </a:pPr>
            <a:r>
              <a:rPr lang="en-US" sz="11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conception ; nombre de formats produits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196596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221284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0263F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22128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 2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12848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00800" y="26974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IA co-brandé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400800" y="33375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partenariat existant reste aujourd'hui essentiellement une visibilité de marque.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00800" y="43434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module ou une certification IA co-construite, intégrée à l'offre de formation de Pigier CI.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400800" y="534924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clé  </a:t>
            </a:r>
            <a:pPr indent="0" marL="0">
              <a:buNone/>
            </a:pPr>
            <a:r>
              <a:rPr lang="en-US" sz="11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d'apprenants formés ; satisfaction pédagogique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Pigier CI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STANDARDISATION ET QUALITÉ DE SERVICE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usages qui renforcent le suivi pédagogique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cas d'usage secondaires qui consolident le suivi des cohortes et des candidats.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1284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35024" y="22128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de cohortes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d'apprenants longs à interpréter par les responsables pédagogiques.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Synthèses actionnables sur les acquis et difficultés par cohorte.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4800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11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de synthèse ; actions correctives engagées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196596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1284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12864" y="22128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 et vie étudiante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00800" y="28803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Demandes candidats/étudiants traitées de façon hétérogène selon les canaux.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00800" y="38404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de réponse encadré, base homogène pour le suivi étudiant.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00800" y="4800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11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réponse ; taux de résolution 1er niveau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0263F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5806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 usages consolident le terrain pédagogique une fois la conception de contenu et le partenariat lancés.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Pigier CI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FEUILLE DE ROUTE 90 JOURS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cadrage à la mesure, avec validation à chaque palier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88720" y="3246120"/>
            <a:ext cx="9784080" cy="0"/>
          </a:xfrm>
          <a:prstGeom prst="line">
            <a:avLst/>
          </a:prstGeom>
          <a:noFill/>
          <a:ln w="25400">
            <a:solidFill>
              <a:srgbClr val="E3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391363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Audit, cadrage et priorisation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7840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flux prioritaires et les équipes à mobiliser.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7764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13" name="Shape 10"/>
          <p:cNvSpPr/>
          <p:nvPr/>
        </p:nvSpPr>
        <p:spPr>
          <a:xfrm>
            <a:off x="347472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J+15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347472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3913632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7588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livrable utile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67588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Calibrer un premier module pédagogique augmenté ou une première maquette de module co-brandé.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67512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20" name="Shape 16"/>
          <p:cNvSpPr/>
          <p:nvPr/>
        </p:nvSpPr>
        <p:spPr>
          <a:xfrm>
            <a:off x="617220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21" name="Text 17"/>
          <p:cNvSpPr/>
          <p:nvPr/>
        </p:nvSpPr>
        <p:spPr>
          <a:xfrm>
            <a:off x="617220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J+45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617220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3913632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7336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ciblée et pilote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37336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les équipes retenues et lancer le premier terrain d'exécution, sous supervision humaine.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937260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27" name="Shape 22"/>
          <p:cNvSpPr/>
          <p:nvPr/>
        </p:nvSpPr>
        <p:spPr>
          <a:xfrm>
            <a:off x="886968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28" name="Text 23"/>
          <p:cNvSpPr/>
          <p:nvPr/>
        </p:nvSpPr>
        <p:spPr>
          <a:xfrm>
            <a:off x="886968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J+90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886968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48" y="3913632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07084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Mesure, gouvernance et extension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907084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Relire les premiers KPI, ajuster les usages, décider extension, recentrage ou montée en charge.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Différentiel TransferAI : une formation classique s'arrête au contenu. TransferAI accompagne la mise en pratique et la décision d'extension pendant 90 jours.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Pigier CI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DISPOSITIF D'ACCOMPAGNEMENT RECOMMANDÉ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architecture en 4 briques, simple à activer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121408"/>
            <a:ext cx="530352" cy="530352"/>
          </a:xfrm>
          <a:prstGeom prst="ellipse">
            <a:avLst/>
          </a:prstGeom>
          <a:solidFill>
            <a:srgbClr val="1026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2494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métier ciblé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Qualifier les flux, documents et frictions les plus critiques pour Pigier Côte d'Ivoire.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452628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Cartographie des irritants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98348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Hypothèses de gains rapides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32918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511296" y="2121408"/>
            <a:ext cx="530352" cy="530352"/>
          </a:xfrm>
          <a:prstGeom prst="ellipse">
            <a:avLst/>
          </a:prstGeom>
          <a:solidFill>
            <a:srgbClr val="D66724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2249424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112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des décideurs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35112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Aligner la direction et les managers sur usages, limites et conditions de réussite.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4526280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7947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Vision, gouvernance, arbitrages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96" y="498348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7947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des premiers KPI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60350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254496" y="2121408"/>
            <a:ext cx="530352" cy="530352"/>
          </a:xfrm>
          <a:prstGeom prst="ellipse">
            <a:avLst/>
          </a:prstGeom>
          <a:solidFill>
            <a:srgbClr val="2F6F6A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2249424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2544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des équipes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62544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Mettre les bonnes méthodes et assistants dans les mains des équipes pédagogiques et administratives.</a:t>
            </a:r>
            <a:endParaRPr lang="en-US" sz="10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4526280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5379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Gestes métier augmentés</a:t>
            </a:r>
            <a:endParaRPr lang="en-US" sz="10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4496" y="4983480"/>
            <a:ext cx="201168" cy="20116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5379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Standardisation utile</a:t>
            </a:r>
            <a:endParaRPr lang="en-US" sz="1000" dirty="0"/>
          </a:p>
        </p:txBody>
      </p:sp>
      <p:sp>
        <p:nvSpPr>
          <p:cNvPr id="31" name="Shape 20"/>
          <p:cNvSpPr/>
          <p:nvPr/>
        </p:nvSpPr>
        <p:spPr>
          <a:xfrm>
            <a:off x="87782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32" name="Shape 21"/>
          <p:cNvSpPr/>
          <p:nvPr/>
        </p:nvSpPr>
        <p:spPr>
          <a:xfrm>
            <a:off x="8997696" y="2121408"/>
            <a:ext cx="530352" cy="530352"/>
          </a:xfrm>
          <a:prstGeom prst="ellipse">
            <a:avLst/>
          </a:prstGeom>
          <a:solidFill>
            <a:srgbClr val="6E7D8C"/>
          </a:solidFill>
          <a:ln/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5712" y="2249424"/>
            <a:ext cx="274320" cy="27432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89976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 &amp; accompagnement</a:t>
            </a:r>
            <a:endParaRPr lang="en-US" sz="1300" dirty="0"/>
          </a:p>
        </p:txBody>
      </p:sp>
      <p:sp>
        <p:nvSpPr>
          <p:cNvPr id="35" name="Text 23"/>
          <p:cNvSpPr/>
          <p:nvPr/>
        </p:nvSpPr>
        <p:spPr>
          <a:xfrm>
            <a:off x="89976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Passer d'une intention IA à un premier terrain visible, mesurable et gouverné.</a:t>
            </a:r>
            <a:endParaRPr lang="en-US" sz="105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97696" y="4526280"/>
            <a:ext cx="201168" cy="20116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92811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sur 90 jours</a:t>
            </a:r>
            <a:endParaRPr lang="en-US" sz="10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97696" y="4983480"/>
            <a:ext cx="201168" cy="201168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92811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 d'extension</a:t>
            </a:r>
            <a:endParaRPr lang="en-US" sz="1000" dirty="0"/>
          </a:p>
        </p:txBody>
      </p:sp>
      <p:sp>
        <p:nvSpPr>
          <p:cNvPr id="40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Pigier CI</a:t>
            </a:r>
            <a:endParaRPr lang="en-US" sz="900" dirty="0"/>
          </a:p>
        </p:txBody>
      </p:sp>
      <p:sp>
        <p:nvSpPr>
          <p:cNvPr id="41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CONFIANCE ET PROCHAINE ÉTAPE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Proposer un pilote utile, gouverné et mesurable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rendez-vous confirme les deux premiers terrains, les équipes à former et la sortie attendue à 90 jours.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0604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5420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 gouvernés, progressifs, validés par des responsables métier identifiés.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7296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31089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Programmes et données étudiantes sous supervision humaine.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3989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367588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accompagne aussi la mise en pratique et les premiers KPI, au-delà de la formation.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0682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424281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 par pilote avant toute extension à d'autres périmètres.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8229600" y="260604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16324F"/>
          </a:solidFill>
          <a:ln/>
        </p:spPr>
      </p:sp>
      <p:sp>
        <p:nvSpPr>
          <p:cNvPr id="15" name="Text 9"/>
          <p:cNvSpPr/>
          <p:nvPr/>
        </p:nvSpPr>
        <p:spPr>
          <a:xfrm>
            <a:off x="8503920" y="2788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 ATTENDUE DU RENDEZ-VOUS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246120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833104" y="3200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Clarifier le terrain interne prioritaire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3813048"/>
            <a:ext cx="219456" cy="21945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833104" y="3767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 la piste de module co-brandé</a:t>
            </a:r>
            <a:endParaRPr lang="en-US" sz="10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4379976"/>
            <a:ext cx="219456" cy="21945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833104" y="433425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KPI pédagogiques prioritaires</a:t>
            </a:r>
            <a:endParaRPr lang="en-US" sz="10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946904"/>
            <a:ext cx="219456" cy="21945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8833104" y="49011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Décider de l'ordre audit / pilote / partenariat</a:t>
            </a:r>
            <a:endParaRPr lang="en-US" sz="1050" dirty="0"/>
          </a:p>
        </p:txBody>
      </p:sp>
      <p:sp>
        <p:nvSpPr>
          <p:cNvPr id="24" name="Shape 14"/>
          <p:cNvSpPr/>
          <p:nvPr/>
        </p:nvSpPr>
        <p:spPr>
          <a:xfrm>
            <a:off x="8503920" y="553212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D66724"/>
          </a:solidFill>
          <a:ln/>
        </p:spPr>
      </p:sp>
      <p:sp>
        <p:nvSpPr>
          <p:cNvPr id="25" name="Text 15"/>
          <p:cNvSpPr/>
          <p:nvPr/>
        </p:nvSpPr>
        <p:spPr>
          <a:xfrm>
            <a:off x="8503920" y="5532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gratuit + 45 min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contact@transferai.ci   ·   www.transferai.ci   ·   +225 07 16 57 39 90</a:t>
            </a:r>
            <a:endParaRPr lang="en-US" sz="1050" dirty="0"/>
          </a:p>
        </p:txBody>
      </p:sp>
      <p:sp>
        <p:nvSpPr>
          <p:cNvPr id="27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Pigier CI</a:t>
            </a:r>
            <a:endParaRPr lang="en-US" sz="900" dirty="0"/>
          </a:p>
        </p:txBody>
      </p:sp>
      <p:sp>
        <p:nvSpPr>
          <p:cNvPr id="28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TransferAI x Pigier CI</dc:title>
  <dc:subject>PptxGenJS Presentation</dc:subject>
  <dc:creator>TransferAI Africa</dc:creator>
  <cp:lastModifiedBy>TransferAI Africa</cp:lastModifiedBy>
  <cp:revision>1</cp:revision>
  <dcterms:created xsi:type="dcterms:W3CDTF">2026-07-08T00:21:05Z</dcterms:created>
  <dcterms:modified xsi:type="dcterms:W3CDTF">2026-07-08T00:21:05Z</dcterms:modified>
</cp:coreProperties>
</file>