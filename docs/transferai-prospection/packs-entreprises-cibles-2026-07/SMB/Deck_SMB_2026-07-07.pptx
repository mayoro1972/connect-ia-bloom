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SMB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performance industrielle et de qualité pour la SMB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Générale, Direction des Systèmes d'Information et production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industrielle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déjà pensée pour les environnements de production et systèmes d'information industriels.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MÉTIER DE LA SMB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de la SMB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la Direction Générale, la DSI et la production.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IT &amp; Helpdesk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modélisé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80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à 70 % des tickets Direction Informatique sont répétitifs et non automatisés.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de niveau 1 disponible en continu, avec escalade intelligente vers le bon technicien.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industriels peu racontés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chiffres de production existent mais restent techniques et difficiles à transformer en décisions rapides.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managers gagnent des commentaires plus utiles sur écarts et tendances de production.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et incidents dispersés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Remontées terrain et points de vigilance qualité suivis dans des circuits différents.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utiles ressortent plus tôt pour correction ciblée.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Procédures et supports hétérogènes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de poste et standards de travail difficiles à mettre à jour partout.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Pratiques documentaires plus cohérentes et mieux diffusées.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Traitement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tickets IT de niveau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 à confirmer pendant l'audit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plus rapide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KPI de production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commentaires sur écarts et tendances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Réactivité accrue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qualité et incidents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terrain mieux consolidés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harmonisée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et procédures de poste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cohérence et diffusion renforcées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répétitifs saturant le support de niveau 1.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résout les cas courants, escalade intelligente vers le bon technicien.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; tickets automatisés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production automatisé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Chiffres de production techniques, longs à commenter pour la direction.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commentaires de tendances accélérés et mieux lisibles.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du rapport ; délai de diffusion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et incidents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Remontées terrain et vigilance qualité suivies dans des circuits séparés.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utiles consolidés plus tôt pour correction ciblée.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incidents qualité traités tôt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de poste harmonisée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de travail difficiles à mettre à jour et diffuser partout.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Pratiques documentaires plus cohérentes, mise à jour facilitée.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Couverture documentaire ; délai de mise à jour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DÉTAIL DES DEUX PREMIERS TERRAINS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premiers terrains à lancer rapidement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la première valeur visible pour la Direction Générale et la DSI.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1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128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niveau 1 saturé par des demandes répétitives, traitées au même rythme que les cas complexes.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disponible en continu, résolution automatique des cas courants et escalade intelligente vers le bon technicien.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niveau 1 ; taux d'automatisation des tickets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2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12848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0080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production automatisé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Chiffres de production existants mais longs à commenter et transformer en décisions.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commentaires de tendances de production accélérés et diffusés à la direction.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008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du rapport ; délai de diffusion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ET QUALITÉ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qui renforcent la qualité et la standardisation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 d'usage secondaires qui consolident la rigueur qualité et documentaire.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et incidents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Remontées terrain et vigilance qualité suivies dans des circuits séparés.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utiles consolidés plus tôt pour correction ciblée, avant arbitrage humain.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incidents qualité traités tôt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128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286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de poste harmonisée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 de travail difficiles à mettre à jour et diffuser sur tous les sites.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assistée de procédures, recherche sémantique dans la base documentaire.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Couverture documentaire ; délai de mise à jour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0263F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usages gagnent en pertinence une fois le Helpdesk et le Reporting production stabilisés — ils ne sont pas la première priorité.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(support IT, reporting production, qualité)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assistant Helpdesk ou un kit de reporting sur les données réelles de la SMB.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RECOMMANDÉE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proposition TransferAI pour la SMB, en 4 briques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 IT, production et documentaires les plus critiques pour la SMB.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Générale et la DSI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IT et production.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identifiés (DSI, production).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techniques et opérationnelles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 (Helpdesk, Reporting)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IT et production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SMB</dc:title>
  <dc:subject>PptxGenJS Presentation</dc:subject>
  <dc:creator>TransferAI Africa</dc:creator>
  <cp:lastModifiedBy>TransferAI Africa</cp:lastModifiedBy>
  <cp:revision>1</cp:revision>
  <dcterms:created xsi:type="dcterms:W3CDTF">2026-07-08T00:21:04Z</dcterms:created>
  <dcterms:modified xsi:type="dcterms:W3CDTF">2026-07-08T00:21:04Z</dcterms:modified>
</cp:coreProperties>
</file>