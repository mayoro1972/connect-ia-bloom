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CIBLÉE — SMB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de l'IA un levier de performance industrielle et de qualité pour la SMB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Générale, Direction des Systèmes d'Information et production — TransferAI Africa, hub IA de Nettelecom CI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formations activables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prioritaires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d'extension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FCFA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d'entrée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6309360" cy="56692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8720" y="50749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 recommandée : audit IA gratuit + échange expert de 45 minutes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943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indicateurs ci-dessus sont des repères de référence, formulés comme hypothèses à confirmer pendant l'audit — pas des engagements de résultat.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SMB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EST TRANSFERAI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TransferAI, hub IA opérationnel de Nettelecom CI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interlocuteur structuré, pas un simple catalogue de formations.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780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experts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Basés en Côte d'Ivoire, au Royaume-Uni, aux États-Unis et en Inde.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4780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d'exécution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478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cadrage, formation, gouvernance et premier pilote métier reliés.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10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4780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industrielle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2910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déjà pensée pour les environnements de production et systèmes d'information industriels.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7782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342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47802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342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90 jours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0342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L'engagement continue après la formation, pas seulement pendant.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864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257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structure de formation classique transmet un contenu. TransferAI forme, puis accompagne l'usage réel, les ajustements et les décisions d'extension.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SMB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PRIORITÉS MÉTIER DE LA SMB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cette proposition est adaptée au contexte de la SMB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des flux qui pèsent déjà sur la Direction Générale, la DSI et la production.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IT &amp; Helpdesk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" y="3127248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Déjà modélisé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8096" y="352958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à 70 % des tickets Direction Informatique sont répétitifs et non automatisés.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" y="476402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IT de niveau 1 disponible en continu, avec escalade intelligente vers le bon technicien.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industriels peu racontés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112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chiffres de production existent mais restent techniques et difficiles à transformer en décisions rapides.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112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managers gagnent des commentaires plus utiles sur écarts et tendances de production.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488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544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 et incidents dispersés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544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Remontées terrain et points de vigilance qualité suivis dans des circuits différents.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544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Signaux utiles ressortent plus tôt pour correction ciblée.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7782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21488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976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Procédures et supports hétérogènes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9976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de poste et standards de travail difficiles à mettre à jour partout.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9976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Pratiques documentaires plus cohérentes et mieux diffusées.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SMB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ATTENDUS ET INDICATEURS DE PREUVE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ROI n'a de valeur que relié à des KPI lisibles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Repères prudents à confirmer pendant l'audit — pas des chiffres abstraits.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plus rapide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tickets IT de niveau 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 à confirmer pendant l'audit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30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plus rapide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930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KPI de production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commentaires sur écarts et tendances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Réactivité accrue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362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qualité et incidents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signaux terrain mieux consolidés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794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harmonisée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794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et procédures de poste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794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cohérence et diffusion renforcées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36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rendre ce ROI crédible dès le premier rendez-vous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Partir d'un flux concret et visible.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Nommer le ou les KPI déjà lus par la direction.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Limiter le premier pilote à un terrain mesurable.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Revoir les résultats avec les responsables métier avant extension.   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SMB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PRIORITAIRES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usages à mettre au centre de la proposition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CEFE3"/>
          </a:solidFill>
          <a:ln w="19050">
            <a:solidFill>
              <a:srgbClr val="D66724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Helpdesk IT augmenté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" y="2944368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phare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8096" y="336499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répétitifs saturant le support de niveau 1.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43708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IT résout les cas courants, escalade intelligente vers le bon technicien.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" y="53766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résolution ; tickets automatisés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production automatisé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112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Chiffres de production techniques, longs à commenter pour la direction.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112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et commentaires de tendances accélérés et mieux lisibles.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112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production du rapport ; délai de diffusion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350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 et incidents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544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Remontées terrain et vigilance qualité suivies dans des circuits séparés.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544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Signaux utiles consolidés plus tôt pour correction ciblée.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544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détection ; incidents qualité traités tôt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7782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8288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976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de poste harmonisée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9976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de travail difficiles à mettre à jour et diffuser partout.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9976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Pratiques documentaires plus cohérentes, mise à jour facilitée.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9976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 documentaire ; délai de mise à jour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SMB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DES DEUX PREMIERS TERRAINS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deux premiers terrains à lancer rapidement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Rendre la première valeur visible pour la Direction Générale et la DSI.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128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026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128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1284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6974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Helpdesk IT augmenté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niveau 1 saturé par des demandes répétitives, traitées au même rythme que les cas complexes.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3434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IT disponible en continu, résolution automatique des cas courants et escalade intelligente vers le bon technicien.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53492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clé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résolution niveau 1 ; taux d'automatisation des tickets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96596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2128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0263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22128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2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1284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0" y="26974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production automatisé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00800" y="33375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Chiffres de production existants mais longs à commenter et transformer en décisions.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00800" y="43434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et commentaires de tendances de production accélérés et diffusés à la direction.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00800" y="53492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clé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production du rapport ; délai de diffusion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SMB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 ET QUALITÉ DE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usages qui renforcent la qualité et la standardisation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cas d'usage secondaires qui consolident la rigueur qualité et documentaire.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28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5024" y="2212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 et incidents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Remontées terrain et vigilance qualité suivies dans des circuits séparés.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Signaux utiles consolidés plus tôt pour correction ciblée, avant arbitrage humain.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4800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détection ; incidents qualité traités tôt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9659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1284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12864" y="2212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de poste harmonisée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00800" y="28803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de travail difficiles à mettre à jour et diffuser sur tous les sites.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0" y="3840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assistée de procédures, recherche sémantique dans la base documentaire.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00800" y="4800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 documentaire ; délai de mise à jour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0263F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usages gagnent en pertinence une fois le Helpdesk et le Reporting production stabilisés — ils ne sont pas la première priorité.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SMB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 90 JOURS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cadrage à la mesure, avec validation à chaque palier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88720" y="3246120"/>
            <a:ext cx="9784080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9136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 et priorisation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7840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flux prioritaires (support IT, reporting production, qualité) et les équipes à mobiliser.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J+15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47472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91363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7588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livrable utile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7588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Calibrer un premier assistant Helpdesk ou un kit de reporting sur les données réelles de la SMB.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67512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0" name="Shape 16"/>
          <p:cNvSpPr/>
          <p:nvPr/>
        </p:nvSpPr>
        <p:spPr>
          <a:xfrm>
            <a:off x="617220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1" name="Text 17"/>
          <p:cNvSpPr/>
          <p:nvPr/>
        </p:nvSpPr>
        <p:spPr>
          <a:xfrm>
            <a:off x="617220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J+45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17220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913632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336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ciblée et pilote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37336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les équipes retenues et lancer le premier terrain d'exécution, sous supervision humaine.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37260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7" name="Shape 22"/>
          <p:cNvSpPr/>
          <p:nvPr/>
        </p:nvSpPr>
        <p:spPr>
          <a:xfrm>
            <a:off x="886968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8" name="Text 23"/>
          <p:cNvSpPr/>
          <p:nvPr/>
        </p:nvSpPr>
        <p:spPr>
          <a:xfrm>
            <a:off x="886968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886968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3913632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7084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Mesure, gouvernance et extension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07084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Relire les premiers KPI, ajuster les usages, décider extension, recentrage ou montée en charge.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Différentiel TransferAI : une formation classique s'arrête au contenu. TransferAI accompagne la mise en pratique et la décision d'extension pendant 90 jours.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SMB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 RECOMMANDÉE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proposition TransferAI pour la SMB, en 4 briques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121408"/>
            <a:ext cx="530352" cy="530352"/>
          </a:xfrm>
          <a:prstGeom prst="ellipse">
            <a:avLst/>
          </a:prstGeom>
          <a:solidFill>
            <a:srgbClr val="102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49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métier ciblé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Qualifier les flux IT, production et documentaires les plus critiques pour la SMB.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5262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 des irritants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9834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 de gains rapides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2918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511296" y="2121408"/>
            <a:ext cx="530352" cy="530352"/>
          </a:xfrm>
          <a:prstGeom prst="ellipse">
            <a:avLst/>
          </a:prstGeom>
          <a:solidFill>
            <a:srgbClr val="D6672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24942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112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décideurs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5112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Aligner la Direction Générale et la DSI sur usages, limites et conditions de réussite.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452628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947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Vision, gouvernance, arbitrages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98348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947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des premiers KPI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60350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254496" y="2121408"/>
            <a:ext cx="530352" cy="530352"/>
          </a:xfrm>
          <a:prstGeom prst="ellipse">
            <a:avLst/>
          </a:prstGeom>
          <a:solidFill>
            <a:srgbClr val="2F6F6A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2249424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544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équipes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2544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les bonnes méthodes et assistants dans les mains des équipes IT et production.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4526280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5379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Gestes métier augmentés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4983480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5379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 utile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87782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32" name="Shape 21"/>
          <p:cNvSpPr/>
          <p:nvPr/>
        </p:nvSpPr>
        <p:spPr>
          <a:xfrm>
            <a:off x="8997696" y="2121408"/>
            <a:ext cx="530352" cy="530352"/>
          </a:xfrm>
          <a:prstGeom prst="ellipse">
            <a:avLst/>
          </a:prstGeom>
          <a:solidFill>
            <a:srgbClr val="6E7D8C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712" y="2249424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9976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 &amp; accompagnement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89976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Passer d'une intention IA à un premier terrain visible, mesurable et gouverné.</a:t>
            </a:r>
            <a:endParaRPr lang="en-US" sz="10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7696" y="4526280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2811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sur 90 jours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7696" y="4983480"/>
            <a:ext cx="201168" cy="20116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92811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d'extension</a:t>
            </a:r>
            <a:endParaRPr lang="en-US" sz="1000" dirty="0"/>
          </a:p>
        </p:txBody>
      </p:sp>
      <p:sp>
        <p:nvSpPr>
          <p:cNvPr id="40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SMB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CONFIANCE ET PROCHAINE ÉTAPE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un pilote utile, gouverné et mesurable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rendez-vous confirme les deux premiers terrains, les équipes à former et la sortie attendue à 90 jours.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542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gouvernés, progressifs, validés par des responsables identifiés (DSI, production).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7296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1089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techniques et opérationnelles sous supervision humaine.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989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67588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accompagne aussi la mise en pratique et les premiers KPI, au-delà de la formation.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68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424281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par pilote avant toute extension à d'autres périmètres.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229600" y="260604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16324F"/>
          </a:solidFill>
          <a:ln/>
        </p:spPr>
      </p:sp>
      <p:sp>
        <p:nvSpPr>
          <p:cNvPr id="15" name="Text 9"/>
          <p:cNvSpPr/>
          <p:nvPr/>
        </p:nvSpPr>
        <p:spPr>
          <a:xfrm>
            <a:off x="850392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ATTENDUE DU RENDEZ-VOUS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24612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33104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Confirmer les 2 premiers cas d'usage (Helpdesk, Reporting)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813048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833104" y="3767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les équipes IT et production à former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379976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833104" y="43342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KPI prioritaires</a:t>
            </a:r>
            <a:endParaRPr lang="en-US" sz="10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946904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833104" y="49011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 de l'ordre audit / formation / pilote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8503920" y="553212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D66724"/>
          </a:solidFill>
          <a:ln/>
        </p:spPr>
      </p:sp>
      <p:sp>
        <p:nvSpPr>
          <p:cNvPr id="25" name="Text 15"/>
          <p:cNvSpPr/>
          <p:nvPr/>
        </p:nvSpPr>
        <p:spPr>
          <a:xfrm>
            <a:off x="8503920" y="5532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gratuit + 45 min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contact@transferai.ci   ·   www.transferai.ci   ·   +225 07 16 57 39 90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SMB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TransferAI x SMB</dc:title>
  <dc:subject>PptxGenJS Presentation</dc:subject>
  <dc:creator>TransferAI Africa</dc:creator>
  <cp:lastModifiedBy>TransferAI Africa</cp:lastModifiedBy>
  <cp:revision>1</cp:revision>
  <dcterms:created xsi:type="dcterms:W3CDTF">2026-07-07T19:26:08Z</dcterms:created>
  <dcterms:modified xsi:type="dcterms:W3CDTF">2026-07-07T19:26:08Z</dcterms:modified>
</cp:coreProperties>
</file>