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108960" cy="3108960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 CIBLÉE — PORT AUTONOME DE SAN PEDRO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de l'IA un levier de coordination et de fluidité portuaire pour le Port Autonome de San Pedro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Générale et exploitation portuaire — TransferAI Africa, hub IA de Nettelecom CI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formations activables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1460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 prioritaires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J+90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8056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d'extension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FCFA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d'entrée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6309360" cy="566928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88720" y="507492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Entrée recommandée : audit IA gratuit + échange expert de 45 minutes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5943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indicateurs ci-dessus sont des repères de référence, formulés comme hypothèses à confirmer pendant l'audit — pas des engagements de résultat.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Port de San Pedro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EST TRANSFERAI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TransferAI, hub IA opérationnel de Nettelecom CI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interlocuteur structuré, pas un simple catalogue de formations.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4780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experts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Basés en Côte d'Ivoire, au Royaume-Uni, aux États-Unis et en Inde.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478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47802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d'exécution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478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cadrage, formation, gouvernance et premier pilote métier reliés.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10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47802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910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Expérience logistique et portuaire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2910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pensée pour les terminaux, acteurs portuaires et opérateurs fret.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7782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0342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76" y="247802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342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90 jours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0342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L'engagement continue après la formation, pas seulement pendant.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0263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4864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52578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structure de formation classique transmet un contenu. TransferAI forme, puis accompagne l'usage réel, les ajustements et les décisions d'extension.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Port de San Pedro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INSTITUTIONNEL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cette proposition est adaptée au contexte du Port de San Pedro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Partir des flux qui pèsent déjà sur la coordination portuaire et documentaire.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dense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Bordereaux, mouvements, incidents et validations circulent dans des séquences lourdes.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80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Pièces et synthèses plus faciles à relire, retrouver et partager.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21488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112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multi-acteurs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112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Terminaux, transit, sûreté, exploitation et support avancent à des rythmes différents.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112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Briefs et synthèses qui améliorent l'alignement opérationnel.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488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544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Anomalies peu visibles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544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écarts remontent sans hiérarchisation claire.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44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responsables lisent mieux les exceptions et priorisent plus vite.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7782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21488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976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exigeant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9976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KPI opérationnels restent trop bruts pour la décision rapide.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9976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indicateurs gagnent en commentaires et en contexte métier.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Port de San Pedro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ATTENDUS ET INDICATEURS DE PREUVE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ROI n'a de valeur que relié à des KPI lisibles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Repères prudents à confirmer pendant l'audit — pas des chiffres abstraits.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plus rapide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documents et incidents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bordereaux, mouvements, validations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930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Meilleur alignement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930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terminaux et exploitation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930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briefs et synthèses partagés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plus précoce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362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anomalies et écarts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362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hiérarchisation des exceptions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782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794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plus lisible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794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la direction générale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794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commentés en contexte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7365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rendre ce ROI crédible dès le premier rendez-vous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120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Partir d'un flux concret et visible.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Nommer le ou les KPI déjà lus par la direction.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Limiter le premier pilote à un terrain mesurable.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Revoir les résultats avec les responsables métier avant extension.   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Port de San Pedro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PRIORITAIRES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usages à mettre au centre de la proposition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CEFE3"/>
          </a:solidFill>
          <a:ln w="19050">
            <a:solidFill>
              <a:srgbClr val="D66724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portuaire augmentée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" y="2944368"/>
            <a:ext cx="2057400" cy="274320"/>
          </a:xfrm>
          <a:prstGeom prst="roundRect">
            <a:avLst>
              <a:gd name="adj" fmla="val 50000"/>
            </a:avLst>
          </a:prstGeom>
          <a:solidFill>
            <a:srgbClr val="D66724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2944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phare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68096" y="336499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Bordereaux, mouvements et validations circulant dans des séquences lourdes.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" y="437083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Pièces et synthèses plus faciles à relire, retrouver et partager entre équipes.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" y="53766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traitement documentaire ; délai de recherche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918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8288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112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multi-acteurs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112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Terminaux, transit, sûreté et exploitation avancent à des rythmes différents.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112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Briefs et synthèses partagés qui améliorent l'alignement opérationnel.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5112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de circulation de l'information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350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544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d'anomalies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544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Écarts remontant sans hiérarchisation claire.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2544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Exceptions mieux lisibles et priorisées pour les responsables.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2544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de détection ; anomalies traitées tôt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87782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182880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976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de l'exploitation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9976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opérationnels trop bruts pour la décision rapide.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9976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 commentés et mis en contexte pour la direction.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89976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de consolidation ; lisibilité managériale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Port de San Pedro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GOUVERNANCE, CONFIDENTIALITÉ ET SUPERVISION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cadre compatible avec les exigences d'une autorité portuaire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762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32257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sous supervision humaine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57860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opérationnels, sûreté et données commerciales sous contrôle humain systématique.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9202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82512" y="21762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232257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Revue avant toute action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32320" y="257860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 alerte ou hiérarchisation d'anomalie générée par l'IA est revue avant décision.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1422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28853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0873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 par pilote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54480" y="454456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extension avant validation d'un premier pilote encadré et mesuré.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38862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82512" y="41422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428853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0873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documenté et validé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32320" y="454456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d'usage validées par les responsables métier — exploitation, sûreté, coordination.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Port de San Pedro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RENFORCEMENT DES CAPACITÉS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formations qui préparent des gestes métier réels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formations prioritaires, regroupées en trois familles.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219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36829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926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Exploitation &amp; documentation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6576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Portuaire Augmentée par l'IA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34340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52144" y="4251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Multi-Acteurs avec l'IA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251960" y="196596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507992" y="22219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236829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07992" y="2926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Sûreté &amp; anomalies</a:t>
            </a:r>
            <a:endParaRPr lang="en-US" sz="14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3657600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55464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d'Anomalies et Vigilance IA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992" y="4343400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55464" y="4251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Incidents Augmentée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7955280" y="196596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8211312" y="22219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7616" y="2368296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211312" y="2926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&amp; pilotage</a:t>
            </a:r>
            <a:endParaRPr lang="en-US" sz="14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1312" y="3657600"/>
            <a:ext cx="256032" cy="25603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8558784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de l'Exploitation par l'IA</a:t>
            </a:r>
            <a:endParaRPr lang="en-US" sz="12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1312" y="4343400"/>
            <a:ext cx="256032" cy="256032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8558784" y="4251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pour Dirigeants : Vision et Stratégie</a:t>
            </a: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0263F"/>
          </a:solidFill>
          <a:ln/>
        </p:spPr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605272"/>
            <a:ext cx="438912" cy="438912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1371600" y="54406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la formation, accès gratuit à la communauté TransferAI pour partager cas réels et obtenir des conseils pratiques d'exécution.</a:t>
            </a:r>
            <a:endParaRPr lang="en-US" sz="1200" dirty="0"/>
          </a:p>
        </p:txBody>
      </p:sp>
      <p:sp>
        <p:nvSpPr>
          <p:cNvPr id="3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Port de San Pedro</a:t>
            </a:r>
            <a:endParaRPr lang="en-US" sz="900" dirty="0"/>
          </a:p>
        </p:txBody>
      </p:sp>
      <p:sp>
        <p:nvSpPr>
          <p:cNvPr id="3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FEUILLE DE ROUTE 90 JOURS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cadrage à la mesure, avec validation à chaque palier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88720" y="3246120"/>
            <a:ext cx="9784080" cy="0"/>
          </a:xfrm>
          <a:prstGeom prst="line">
            <a:avLst/>
          </a:prstGeom>
          <a:noFill/>
          <a:ln w="25400">
            <a:solidFill>
              <a:srgbClr val="E3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391363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cadrage et priorisation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7840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flux prioritaires et les équipes à mobiliser.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7764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13" name="Shape 10"/>
          <p:cNvSpPr/>
          <p:nvPr/>
        </p:nvSpPr>
        <p:spPr>
          <a:xfrm>
            <a:off x="347472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J+15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347472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3913632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7588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livrable utile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67588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Calibrer un premier kit de synthèse documentaire ou de coordination sur des flux réels du port.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67512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20" name="Shape 16"/>
          <p:cNvSpPr/>
          <p:nvPr/>
        </p:nvSpPr>
        <p:spPr>
          <a:xfrm>
            <a:off x="617220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21" name="Text 17"/>
          <p:cNvSpPr/>
          <p:nvPr/>
        </p:nvSpPr>
        <p:spPr>
          <a:xfrm>
            <a:off x="617220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J+45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17220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3913632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7336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ciblée et pilote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37336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les équipes retenues et lancer le premier terrain d'exécution, sous supervision humaine.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37260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27" name="Shape 22"/>
          <p:cNvSpPr/>
          <p:nvPr/>
        </p:nvSpPr>
        <p:spPr>
          <a:xfrm>
            <a:off x="886968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28" name="Text 23"/>
          <p:cNvSpPr/>
          <p:nvPr/>
        </p:nvSpPr>
        <p:spPr>
          <a:xfrm>
            <a:off x="886968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J+90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886968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48" y="3913632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07084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Mesure, gouvernance et extension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907084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Relire les premiers KPI, ajuster les usages, décider extension, recentrage ou montée en charge.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Différentiel TransferAI : une formation classique s'arrête au contenu. TransferAI accompagne la mise en pratique et la décision d'extension pendant 90 jours.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Port de San Pedro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DISPOSITIF D'ACCOMPAGNEMENT RECOMMANDÉ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architecture en 4 briques, simple à activer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121408"/>
            <a:ext cx="530352" cy="530352"/>
          </a:xfrm>
          <a:prstGeom prst="ellipse">
            <a:avLst/>
          </a:prstGeom>
          <a:solidFill>
            <a:srgbClr val="1026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2494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métier ciblé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Qualifier les flux, documents et frictions les plus critiques pour le Port Autonome de San Pedro.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452628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Cartographie des irritants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98348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Hypothèses de gains rapides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32918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511296" y="2121408"/>
            <a:ext cx="530352" cy="530352"/>
          </a:xfrm>
          <a:prstGeom prst="ellipse">
            <a:avLst/>
          </a:prstGeom>
          <a:solidFill>
            <a:srgbClr val="D66724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249424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112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décideurs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5112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Aligner la direction et les managers sur usages, limites et conditions de réussite.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4526280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7947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Vision, gouvernance, arbitrages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96" y="498348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7947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des premiers KPI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60350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254496" y="2121408"/>
            <a:ext cx="530352" cy="530352"/>
          </a:xfrm>
          <a:prstGeom prst="ellipse">
            <a:avLst/>
          </a:prstGeom>
          <a:solidFill>
            <a:srgbClr val="2F6F6A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2249424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2544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équipes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62544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Mettre les bonnes méthodes et assistants dans les mains de l'exploitation, de la sûreté et de la coordination.</a:t>
            </a:r>
            <a:endParaRPr lang="en-US" sz="10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4526280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5379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Gestes métier augmentés</a:t>
            </a:r>
            <a:endParaRPr lang="en-US" sz="10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4496" y="4983480"/>
            <a:ext cx="201168" cy="20116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5379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Standardisation utile</a:t>
            </a:r>
            <a:endParaRPr lang="en-US" sz="1000" dirty="0"/>
          </a:p>
        </p:txBody>
      </p:sp>
      <p:sp>
        <p:nvSpPr>
          <p:cNvPr id="31" name="Shape 20"/>
          <p:cNvSpPr/>
          <p:nvPr/>
        </p:nvSpPr>
        <p:spPr>
          <a:xfrm>
            <a:off x="87782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32" name="Shape 21"/>
          <p:cNvSpPr/>
          <p:nvPr/>
        </p:nvSpPr>
        <p:spPr>
          <a:xfrm>
            <a:off x="8997696" y="2121408"/>
            <a:ext cx="530352" cy="530352"/>
          </a:xfrm>
          <a:prstGeom prst="ellipse">
            <a:avLst/>
          </a:prstGeom>
          <a:solidFill>
            <a:srgbClr val="6E7D8C"/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5712" y="2249424"/>
            <a:ext cx="274320" cy="27432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89976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 &amp; accompagnement</a:t>
            </a:r>
            <a:endParaRPr lang="en-US" sz="1300" dirty="0"/>
          </a:p>
        </p:txBody>
      </p:sp>
      <p:sp>
        <p:nvSpPr>
          <p:cNvPr id="35" name="Text 23"/>
          <p:cNvSpPr/>
          <p:nvPr/>
        </p:nvSpPr>
        <p:spPr>
          <a:xfrm>
            <a:off x="89976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Passer d'une intention IA à un premier terrain visible, mesurable et gouverné.</a:t>
            </a:r>
            <a:endParaRPr lang="en-US" sz="105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7696" y="4526280"/>
            <a:ext cx="201168" cy="20116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92811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sur 90 jours</a:t>
            </a:r>
            <a:endParaRPr lang="en-US" sz="10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97696" y="4983480"/>
            <a:ext cx="201168" cy="201168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92811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 d'extension</a:t>
            </a:r>
            <a:endParaRPr lang="en-US" sz="1000" dirty="0"/>
          </a:p>
        </p:txBody>
      </p:sp>
      <p:sp>
        <p:nvSpPr>
          <p:cNvPr id="40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Port de San Pedro</a:t>
            </a:r>
            <a:endParaRPr lang="en-US" sz="900" dirty="0"/>
          </a:p>
        </p:txBody>
      </p:sp>
      <p:sp>
        <p:nvSpPr>
          <p:cNvPr id="41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CONFIANCE ET PROCHAINE ÉTAPE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Proposer un pilote utile, gouverné et mesurable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rendez-vous confirme les deux premiers terrains, les équipes à former et la sortie attendue à 90 jours.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060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5420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 gouvernés, progressifs, validés par des responsables métier identifiés.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7296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31089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opérationnels et données de sûreté sous supervision humaine.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3989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367588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accompagne aussi la mise en pratique et les premiers KPI, au-delà de la formation.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682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424281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 par pilote avant toute extension à d'autres périmètres.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8229600" y="260604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16324F"/>
          </a:solidFill>
          <a:ln/>
        </p:spPr>
      </p:sp>
      <p:sp>
        <p:nvSpPr>
          <p:cNvPr id="15" name="Text 9"/>
          <p:cNvSpPr/>
          <p:nvPr/>
        </p:nvSpPr>
        <p:spPr>
          <a:xfrm>
            <a:off x="8503920" y="2788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 ATTENDUE DU RENDEZ-VOUS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246120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833104" y="3200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Confirmer les 2 premiers cas d'usage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3813048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833104" y="3767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les équipes à former</a:t>
            </a:r>
            <a:endParaRPr lang="en-US" sz="10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4379976"/>
            <a:ext cx="219456" cy="21945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833104" y="43342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KPI prioritaires</a:t>
            </a:r>
            <a:endParaRPr lang="en-US" sz="10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946904"/>
            <a:ext cx="219456" cy="21945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8833104" y="49011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Décider de l'ordre audit / formation / pilote</a:t>
            </a:r>
            <a:endParaRPr lang="en-US" sz="1050" dirty="0"/>
          </a:p>
        </p:txBody>
      </p:sp>
      <p:sp>
        <p:nvSpPr>
          <p:cNvPr id="24" name="Shape 14"/>
          <p:cNvSpPr/>
          <p:nvPr/>
        </p:nvSpPr>
        <p:spPr>
          <a:xfrm>
            <a:off x="8503920" y="553212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D66724"/>
          </a:solidFill>
          <a:ln/>
        </p:spPr>
      </p:sp>
      <p:sp>
        <p:nvSpPr>
          <p:cNvPr id="25" name="Text 15"/>
          <p:cNvSpPr/>
          <p:nvPr/>
        </p:nvSpPr>
        <p:spPr>
          <a:xfrm>
            <a:off x="8503920" y="5532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gratuit + 45 min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contact@transferai.ci   ·   www.transferai.ci   ·   +225 07 16 57 39 90</a:t>
            </a:r>
            <a:endParaRPr lang="en-US" sz="1050" dirty="0"/>
          </a:p>
        </p:txBody>
      </p:sp>
      <p:sp>
        <p:nvSpPr>
          <p:cNvPr id="27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Port de San Pedro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TransferAI x Port de San Pedro</dc:title>
  <dc:subject>PptxGenJS Presentation</dc:subject>
  <dc:creator>TransferAI Africa</dc:creator>
  <cp:lastModifiedBy>TransferAI Africa</cp:lastModifiedBy>
  <cp:revision>1</cp:revision>
  <dcterms:created xsi:type="dcterms:W3CDTF">2026-07-07T20:31:57Z</dcterms:created>
  <dcterms:modified xsi:type="dcterms:W3CDTF">2026-07-07T20:31:57Z</dcterms:modified>
</cp:coreProperties>
</file>