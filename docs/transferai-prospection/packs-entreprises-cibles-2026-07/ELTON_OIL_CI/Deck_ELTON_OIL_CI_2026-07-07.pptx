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140bfb65c84762" /><Relationship Type="http://schemas.openxmlformats.org/officeDocument/2006/relationships/extended-properties" Target="/docProps/app.xml" Id="Re54f3f40b37b44c5" /><Relationship Type="http://schemas.openxmlformats.org/officeDocument/2006/relationships/officeDocument" Target="/ppt/presentation.xml" Id="R3c61fb449a9142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f5bacade88480d"/>
  </p:sldMasterIdLst>
  <p:notesMasterIdLst>
    <p:notesMasterId xmlns:r="http://schemas.openxmlformats.org/officeDocument/2006/relationships" r:id="R7db91f327d6c4062"/>
  </p:notesMasterIdLst>
  <p:sldIdLst>
    <p:sldId xmlns:r="http://schemas.openxmlformats.org/officeDocument/2006/relationships" id="256" r:id="Reab7d5c013764bee"/>
    <p:sldId xmlns:r="http://schemas.openxmlformats.org/officeDocument/2006/relationships" id="257" r:id="R0d21d35a33c9441d"/>
    <p:sldId xmlns:r="http://schemas.openxmlformats.org/officeDocument/2006/relationships" id="258" r:id="R789fb471eca64f28"/>
    <p:sldId xmlns:r="http://schemas.openxmlformats.org/officeDocument/2006/relationships" id="259" r:id="R7f2ead39707f43b7"/>
    <p:sldId xmlns:r="http://schemas.openxmlformats.org/officeDocument/2006/relationships" id="260" r:id="R18d320af9332408d"/>
    <p:sldId xmlns:r="http://schemas.openxmlformats.org/officeDocument/2006/relationships" id="261" r:id="R3ddbd11ca2be4d63"/>
    <p:sldId xmlns:r="http://schemas.openxmlformats.org/officeDocument/2006/relationships" id="262" r:id="R3dae51d4c2114c1d"/>
    <p:sldId xmlns:r="http://schemas.openxmlformats.org/officeDocument/2006/relationships" id="263" r:id="R11b9b6624d214f88"/>
    <p:sldId xmlns:r="http://schemas.openxmlformats.org/officeDocument/2006/relationships" id="264" r:id="R2566a423b7bb4cdd"/>
    <p:sldId xmlns:r="http://schemas.openxmlformats.org/officeDocument/2006/relationships" id="265" r:id="Rc8133e56339c44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5bacade88480d" /><Relationship Type="http://schemas.openxmlformats.org/officeDocument/2006/relationships/theme" Target="/ppt/theme/theme1.xml" Id="R19b525e661fa4165" /><Relationship Type="http://schemas.openxmlformats.org/officeDocument/2006/relationships/notesMaster" Target="/ppt/notesMasters/notesMaster1.xml" Id="R7db91f327d6c4062" /><Relationship Type="http://schemas.openxmlformats.org/officeDocument/2006/relationships/presProps" Target="/ppt/presProps.xml" Id="Rd72124817eb84ad9" /><Relationship Type="http://schemas.openxmlformats.org/officeDocument/2006/relationships/viewProps" Target="/ppt/viewProps.xml" Id="R83d7ec9123fc4bd0" /><Relationship Type="http://schemas.openxmlformats.org/officeDocument/2006/relationships/tableStyles" Target="/ppt/tableStyles.xml" Id="R906410e5806a4939" /><Relationship Type="http://schemas.openxmlformats.org/officeDocument/2006/relationships/slide" Target="/ppt/slides/slide1.xml" Id="Reab7d5c013764bee" /><Relationship Type="http://schemas.openxmlformats.org/officeDocument/2006/relationships/slide" Target="/ppt/slides/slide2.xml" Id="R0d21d35a33c9441d" /><Relationship Type="http://schemas.openxmlformats.org/officeDocument/2006/relationships/slide" Target="/ppt/slides/slide3.xml" Id="R789fb471eca64f28" /><Relationship Type="http://schemas.openxmlformats.org/officeDocument/2006/relationships/slide" Target="/ppt/slides/slide4.xml" Id="R7f2ead39707f43b7" /><Relationship Type="http://schemas.openxmlformats.org/officeDocument/2006/relationships/slide" Target="/ppt/slides/slide5.xml" Id="R18d320af9332408d" /><Relationship Type="http://schemas.openxmlformats.org/officeDocument/2006/relationships/slide" Target="/ppt/slides/slide6.xml" Id="R3ddbd11ca2be4d63" /><Relationship Type="http://schemas.openxmlformats.org/officeDocument/2006/relationships/slide" Target="/ppt/slides/slide7.xml" Id="R3dae51d4c2114c1d" /><Relationship Type="http://schemas.openxmlformats.org/officeDocument/2006/relationships/slide" Target="/ppt/slides/slide8.xml" Id="R11b9b6624d214f88" /><Relationship Type="http://schemas.openxmlformats.org/officeDocument/2006/relationships/slide" Target="/ppt/slides/slide9.xml" Id="R2566a423b7bb4cdd" /><Relationship Type="http://schemas.openxmlformats.org/officeDocument/2006/relationships/slide" Target="/ppt/slides/slide10.xml" Id="Rc8133e56339c44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dbddbd9baa848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13fbcf2c4041e2" /><Relationship Type="http://schemas.openxmlformats.org/officeDocument/2006/relationships/notesMaster" Target="/ppt/notesMasters/notesMaster1.xml" Id="R3776f129739b41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19b57d7b6b429a" /><Relationship Type="http://schemas.openxmlformats.org/officeDocument/2006/relationships/notesMaster" Target="/ppt/notesMasters/notesMaster1.xml" Id="Rf650ed77c3eb4f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e1905239ed4f5e" /><Relationship Type="http://schemas.openxmlformats.org/officeDocument/2006/relationships/notesMaster" Target="/ppt/notesMasters/notesMaster1.xml" Id="Re54f698efe9f44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c6d80cd1d44a4b" /><Relationship Type="http://schemas.openxmlformats.org/officeDocument/2006/relationships/notesMaster" Target="/ppt/notesMasters/notesMaster1.xml" Id="Rb72c0d825ce74e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278b86136943de" /><Relationship Type="http://schemas.openxmlformats.org/officeDocument/2006/relationships/notesMaster" Target="/ppt/notesMasters/notesMaster1.xml" Id="Re94d6d20686342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90ba9ebc314931" /><Relationship Type="http://schemas.openxmlformats.org/officeDocument/2006/relationships/notesMaster" Target="/ppt/notesMasters/notesMaster1.xml" Id="Rff9b879f8dfc44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d961810f97414c" /><Relationship Type="http://schemas.openxmlformats.org/officeDocument/2006/relationships/notesMaster" Target="/ppt/notesMasters/notesMaster1.xml" Id="Rd9c28905343546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6daa367270495f" /><Relationship Type="http://schemas.openxmlformats.org/officeDocument/2006/relationships/notesMaster" Target="/ppt/notesMasters/notesMaster1.xml" Id="R38fcaa902f7b4a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0b02690aac4151" /><Relationship Type="http://schemas.openxmlformats.org/officeDocument/2006/relationships/notesMaster" Target="/ppt/notesMasters/notesMaster1.xml" Id="R63ae68bbc5934b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c966ad4f244769" /><Relationship Type="http://schemas.openxmlformats.org/officeDocument/2006/relationships/notesMaster" Target="/ppt/notesMasters/notesMaster1.xml" Id="Rac0eab5d2d2743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2be2736af496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9e20c6d526f416f" /><Relationship Type="http://schemas.openxmlformats.org/officeDocument/2006/relationships/slideLayout" Target="/ppt/slideLayouts/slideLayout2.xml" Id="Rddd749a1d80c41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d749a1d80c41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3582aa3a9a43d9" /><Relationship Type="http://schemas.openxmlformats.org/officeDocument/2006/relationships/image" Target="/ppt/media/image.jpeg" Id="R39dd97c6a69e44c1" /><Relationship Type="http://schemas.openxmlformats.org/officeDocument/2006/relationships/image" Target="/ppt/media/image.png" Id="Rce3a7ddb21624ab5" /><Relationship Type="http://schemas.openxmlformats.org/officeDocument/2006/relationships/notesSlide" Target="/ppt/notesSlides/notesSlide1.xml" Id="R5c1568eac1914d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113b072281459d" /><Relationship Type="http://schemas.openxmlformats.org/officeDocument/2006/relationships/image" Target="/ppt/media/image2.png" Id="Ra6444574c32b4ef7" /><Relationship Type="http://schemas.openxmlformats.org/officeDocument/2006/relationships/image" Target="/ppt/media/image.svg" Id="Rf5ef0f59bdf944e5" /><Relationship Type="http://schemas.openxmlformats.org/officeDocument/2006/relationships/image" Target="/ppt/media/image3.png" Id="Rcde9dadd204f455a" /><Relationship Type="http://schemas.openxmlformats.org/officeDocument/2006/relationships/image" Target="/ppt/media/image2.svg" Id="R3fe0fc521cad4482" /><Relationship Type="http://schemas.openxmlformats.org/officeDocument/2006/relationships/image" Target="/ppt/media/image4.png" Id="R1f29f04c219d42f5" /><Relationship Type="http://schemas.openxmlformats.org/officeDocument/2006/relationships/image" Target="/ppt/media/image3.svg" Id="Re6b0134eab0349bf" /><Relationship Type="http://schemas.openxmlformats.org/officeDocument/2006/relationships/notesSlide" Target="/ppt/notesSlides/notesSlide2.xml" Id="R26d6c73f43b943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69d24d0e6d4db2" /><Relationship Type="http://schemas.openxmlformats.org/officeDocument/2006/relationships/notesSlide" Target="/ppt/notesSlides/notesSlide3.xml" Id="R433da8fe3b0541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f585394dbe42ce" /><Relationship Type="http://schemas.openxmlformats.org/officeDocument/2006/relationships/notesSlide" Target="/ppt/notesSlides/notesSlide4.xml" Id="Ra071c4af840b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ea4379e4cb4d01" /><Relationship Type="http://schemas.openxmlformats.org/officeDocument/2006/relationships/image" Target="/ppt/media/image5.png" Id="R2b2b6e734a084573" /><Relationship Type="http://schemas.openxmlformats.org/officeDocument/2006/relationships/image" Target="/ppt/media/image4.svg" Id="R060828d8ecb647f9" /><Relationship Type="http://schemas.openxmlformats.org/officeDocument/2006/relationships/image" Target="/ppt/media/image6.png" Id="R4a39560bd806481f" /><Relationship Type="http://schemas.openxmlformats.org/officeDocument/2006/relationships/image" Target="/ppt/media/image5.svg" Id="R6ee88f78071a4956" /><Relationship Type="http://schemas.openxmlformats.org/officeDocument/2006/relationships/image" Target="/ppt/media/image7.png" Id="R4add87f3bb0d4e4b" /><Relationship Type="http://schemas.openxmlformats.org/officeDocument/2006/relationships/image" Target="/ppt/media/image6.svg" Id="Rf07a7d8d71cd4e96" /><Relationship Type="http://schemas.openxmlformats.org/officeDocument/2006/relationships/image" Target="/ppt/media/image8.png" Id="Rf256d79a9a284155" /><Relationship Type="http://schemas.openxmlformats.org/officeDocument/2006/relationships/image" Target="/ppt/media/image7.svg" Id="Rfd809449b9eb4b03" /><Relationship Type="http://schemas.openxmlformats.org/officeDocument/2006/relationships/notesSlide" Target="/ppt/notesSlides/notesSlide5.xml" Id="R66de2cfba08340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5b861651d14151" /><Relationship Type="http://schemas.openxmlformats.org/officeDocument/2006/relationships/notesSlide" Target="/ppt/notesSlides/notesSlide6.xml" Id="R5ca82bd3783040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a8d1f6828841f1" /><Relationship Type="http://schemas.openxmlformats.org/officeDocument/2006/relationships/notesSlide" Target="/ppt/notesSlides/notesSlide7.xml" Id="R8307e847dee04e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4de5f201dd4c58" /><Relationship Type="http://schemas.openxmlformats.org/officeDocument/2006/relationships/notesSlide" Target="/ppt/notesSlides/notesSlide8.xml" Id="Re5b6194a85754c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b4bf28a30748ef" /><Relationship Type="http://schemas.openxmlformats.org/officeDocument/2006/relationships/notesSlide" Target="/ppt/notesSlides/notesSlide9.xml" Id="Rbeb808b0fb324c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a7236520db4cee" /><Relationship Type="http://schemas.openxmlformats.org/officeDocument/2006/relationships/image" Target="/ppt/media/image9.png" Id="R087cda2661d543b4" /><Relationship Type="http://schemas.openxmlformats.org/officeDocument/2006/relationships/notesSlide" Target="/ppt/notesSlides/notesSlide10.xml" Id="Rb8151d20a24f46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24E5E-33E2-43B3-9775-7FE324B8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31134-700D-4E1D-B357-5ABD66BC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F7F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88D0E-8E81-409D-B844-096D88F9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E"/>
          </a:solidFill>
          <a:ln xmlns:a="http://schemas.openxmlformats.org/drawingml/2006/main" w="9525">
            <a:solidFill>
              <a:srgbClr val="EEE6DE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d97c6a69e44c1"/>
          <a:srcRect xmlns:a="http://schemas.openxmlformats.org/drawingml/2006/main" l="5067" t="0" r="50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2667000"/>
            <a:ext cx="5143500" cy="3219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D8F3A-2154-4206-9EC6-FF0400ED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53340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a7ddb21624ab5"/>
          <a:stretch xmlns:a="http://schemas.openxmlformats.org/drawingml/2006/main"/>
        </p:blipFill>
        <p:spPr>
          <a:xfrm xmlns:a="http://schemas.openxmlformats.org/drawingml/2006/main">
            <a:off x="984069" y="1028700"/>
            <a:ext cx="1384663" cy="60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09154-75F1-4170-B227-E9059267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OFFRE ENTREPRISE CIBLÉE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6278B-E940-4E40-8687-0F7BFEC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TransferAI Africa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9D9EB-2BF0-48BB-9658-202D068C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Offre entreprise ciblée : formation, accompagnement et cas d'usage utiles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0F100-5462-4955-B28F-B91E3766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Pour une structure comme Elton Oil CI, nous mettons en avant le service derrière l'IA : audit, formation, cadrage, gouvernance et mise en œuvre progressive.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A764D-B4CC-42E1-A5A0-1CC302C1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447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Point d'entrée recommandé : audit IA gratuit, puis échange expert de 45 minutes.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40AFB-C60C-4F84-8AE7-EA80AF37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4EE35-302D-4DF7-B829-89D59D4A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0">
            <a:solidFill>
              <a:srgbClr val="D667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613F8-F3A6-42F7-952D-F0439214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3778C-CE72-4B53-B320-CB01387A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formations prioritaires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F4624-3D16-495E-A7AF-2B39BB44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006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A73C0-64D6-4E5D-B61A-360C459F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721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67E"/>
          </a:solidFill>
          <a:ln xmlns:a="http://schemas.openxmlformats.org/drawingml/2006/main" w="0">
            <a:solidFill>
              <a:srgbClr val="2FB67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1F6B8-9DF1-495C-A2F5-C998DBB8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0426D-D654-4342-8BBC-AFC39914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7150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blocs d'offre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C9DDE-2FCB-49AB-876B-8FDF457F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006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4AFA0-7EA5-43BE-B9F7-8974477F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3721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0BFEE-7058-47FE-8C95-BCF71510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35305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45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62707-3035-43D0-9043-DD3FFA3A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7150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échange gratuit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48358-474D-4C5F-BD6C-12686329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F1DBE-1243-4EC8-8684-1002CAE9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721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D8C"/>
          </a:solidFill>
          <a:ln xmlns:a="http://schemas.openxmlformats.org/drawingml/2006/main" w="0">
            <a:solidFill>
              <a:srgbClr val="6E7D8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4A39C-9967-4B12-8EEC-80EAD9A0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5305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CC657-DF73-4E03-AD91-06C288AB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71500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audit d'entrée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7FFD3-79E9-4E18-B9C7-D4CB1166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429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9760D-F8F0-4509-8259-88BD10A1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33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9D8E8"/>
                </a:solidFill>
                <a:latin typeface="Aptos"/>
                <a:ea typeface="Aptos"/>
                <a:cs typeface="Aptos"/>
              </a:rPr>
              <a:t>Promesse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26C34-75C0-439E-AD1A-5690E4DF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192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Faire de l'IA un levier concret de performance, de montée en compétences et de qualité de service.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962CC-31E2-49EF-8EA1-0049B73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7EEF6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7EEF6"/>
                </a:solidFill>
                <a:latin typeface="Aptos"/>
                <a:ea typeface="Aptos"/>
                <a:cs typeface="Aptos"/>
              </a:rPr>
              <a:t>Une approche pensée pour transformer un besoin encore flou en plan d'action simple, formation ciblée et premier cas d'usage utile.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33373B-EE4C-4623-809A-B4B06ABB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67EE49-2465-4F15-928A-51BE5714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| Offre entreprise ciblée | Formation, accompagnement et cas d'usage utiles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AD9EB1-D878-42D5-9136-2ABB803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31838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26FAD-C42B-4085-AD6C-8A7A34A0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12E38-61EC-4BD9-AE30-5118446A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CONTEXTE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2EE99-5114-4E38-BE8F-867618A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Pourquoi cette offre est plus pertinente qu'un catalogue générique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557CB-F6D1-4BDE-BE5C-8CE49941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3143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44574c32b4ef7">
            <a:extLst>
              <a:ext uri="{96DAC541-7B7A-43D3-8B79-37D633B846F1}">
                <asvg:svgBlip xmlns:asvg="http://schemas.microsoft.com/office/drawing/2016/SVG/main" r:embed="Rf5ef0f59bdf944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1962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F8C57-B754-45DE-8FD7-121BB614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43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Mieux piloter les comptes et les opérations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6D4FA-6EE6-45EB-B111-3C3C41B3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686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Aider la direction et les équipes à mieux exploiter les informations utiles au suivi commercial, administratif et décisionnel.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2D1C4-ADA3-4C93-A164-76CEBD77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33550"/>
            <a:ext cx="3143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9dadd204f455a">
            <a:extLst>
              <a:ext uri="{96DAC541-7B7A-43D3-8B79-37D633B846F1}">
                <asvg:svgBlip xmlns:asvg="http://schemas.microsoft.com/office/drawing/2016/SVG/main" r:embed="R3fe0fc521cad44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67225" y="1962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3958F-E711-4F01-B304-8D774CE3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943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Former sans perturber l'exploitation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5BBE5-111B-45FA-A555-098ACE11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71750"/>
            <a:ext cx="2686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ED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4EDF7"/>
                </a:solidFill>
                <a:latin typeface="Aptos"/>
                <a:ea typeface="Aptos"/>
                <a:cs typeface="Aptos"/>
              </a:rPr>
              <a:t>Structurer une montée en compétences concrète pour les dirigeants, managers, équipes métier et fonctions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297D4-C449-4ED6-A689-6026A7A0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33550"/>
            <a:ext cx="31432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9f04c219d42f5">
            <a:extLst>
              <a:ext uri="{96DAC541-7B7A-43D3-8B79-37D633B846F1}">
                <asvg:svgBlip xmlns:asvg="http://schemas.microsoft.com/office/drawing/2016/SVG/main" r:embed="Re6b0134eab0349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19621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061F4-0CEF-4E44-80B5-3A050CF2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Déployer avec méthode et confidentialité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A6A8E-42A5-4841-B532-9E163754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686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Prioriser les usages utiles, protéger les données sensibles et avancer avec une feuille de route progressive.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DA305-DAC7-4B68-B3D9-8D98B441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0668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31C8D-00CE-43CC-8000-C8262B0F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Lecture commerciale recommandée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86AA7-A31A-4493-ABAA-302A43A1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Mettre en avant le service derrière l'IA.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B8FF5-2E82-412A-867C-75F9061B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L'entrée ne doit pas être “nous avons 130 formations”. Elle doit être “nous vous aidons à identifier vos priorités, à former les bonnes équipes et à déployer les bons usages au bon rythme”.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D6219-FA00-4A1D-BC2B-E7B9FB4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0100"/>
            <a:ext cx="3352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8C6A5-6F94-41EB-A429-E5139DFA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196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À retenir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5E95F-12B3-4204-AD12-468876AD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05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Moins de générique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00C03-C6C4-4388-87D6-14F4B699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34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Plus d'offres métier ciblées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29346-DC5D-4589-A69D-FD065131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Et une porte d'entrée claire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39632-D3EC-448F-BB6D-BB41EC01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EB9BD0-1E8B-4876-808B-FF16258D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bon angle n'est pas la quantité de formations, mais la capacité à relier diagnostic, formation, gouvernance et mise en œuvre.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E87DD-6B90-4298-B2B9-452341EC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961973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EA428C-322E-4BAF-81ED-E59CA7C7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5C3F3-C586-4B4E-9E45-8CD4266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OBJECTIFS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C27EF-77BD-47E7-BA8D-C635178B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Ce que cette approche cherche à améliorer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04CB4-B2A8-47BA-9F6B-914EA08F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Pour une entreprise comme Elton CI, l'enjeu n'est pas d'ajouter un outil de plus, mais de mieux organiser la décision, la formation et l'exécution.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95D5C-9925-4726-80DE-E7FB0997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53340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340B8-E447-4D2D-9E7F-157A569C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Objectifs prioritaires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EE8C8-C34E-4DED-9FF0-7EE8980D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EA2F7-0B09-424B-A673-5F0A752B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Identifier les priorités réellement utiles pour l'entreprise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74089-A49D-4565-AAC0-84B54DA4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9DADC-6100-4A5E-BA85-6FC4F861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Fluidifier les processus qui consomment du temps et de la coordination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FC44B-377D-4678-B74D-921E396B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EB127-5314-4832-86D1-AE8BC8A6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Renforcer la qualité de service et le suivi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ADB37-F80A-4FDA-9FA4-77568365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8328A-9B0D-4093-859B-DBAC0FE9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Faire monter les équipes en compétences sur des usages concrets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FBD1C-E8F5-458E-A090-DA646317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4762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0222E-E55B-4940-87B1-ED89B05E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Résultat attendu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88F55-48DE-41B6-A803-FD1AE814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 équipes mieux préparées et des priorités mieux choisies.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BD5B9-C19F-4CFF-8C18-D349D73D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L'offre formation n'est crédible que si elle est connectée à des besoins réels et à une suite opérationnelle.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01266-FCC9-4B35-AB86-30E119C1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762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DFB7F-EF17-424E-BB6B-8A76C01F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Populations à adresser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FB118-98EB-46E0-9849-9DD16172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Direction générale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C3C06-7A89-40BD-B731-9AF68896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482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Managers et responsables de pôle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457B3-D058-4533-A203-4F5944AB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14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Équipes finance, opérations, relation 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BD2D36-F823-44BE-BFD0-6A6E6CA5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6AFD0-0594-4EA5-9378-24F0AD30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La formation doit être présentée comme un levier d'exécution et de performance, pas comme un catalogue isolé.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154564-D2B1-4763-8DFB-E0A68DD5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66978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736DA3-33FD-48A2-8B00-41B16A2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84C82-D554-46E3-BB8A-FA2BF759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PORTE D'ENTRÉE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51134-2DA2-455A-A829-B15897FD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Notre porte d'entrée recommandée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17691-07C2-4C6A-B0E9-086EB346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762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F81A1-B2AD-438A-8D26-00BCD0BA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44F80-0E1A-4C1B-9D46-99FFC449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Audit IA gratuit - Comptes professionnels, flotte et performance commerciale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E49A2-303D-42A0-86E1-0CE459AB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17404-8BAC-49A0-B5C9-A03F2F80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Repérer les points de friction les plus coûteux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43A74-93A9-47FD-8808-3E34D8B5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92961-58E6-4470-ADCC-224EA5BA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Prioriser les gains rapides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F00ED-D35E-47CE-A10F-97F06D5C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FDD6B-DCA0-4FA5-8D37-1AD4B261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Choisir le bon équilibre entre formation, accompagnement et 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F5CAB-DBDF-4D6B-93C0-067FB0F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A1C1C-69DD-405E-9709-124174B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Préparer un premier plan d'action crédible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A9A70-73CA-458C-9617-6E239B52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90700"/>
            <a:ext cx="5429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B93BF-4243-40D5-BC7E-A0D70138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Pourquoi c'est la bonne entrée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2E77A-6402-4AE6-9F99-AE701CF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Commencer par comprendre avant de former ou de déployer.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CB6F8-A488-40AF-93A5-C65E325F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L'audit gratuit rend l'offre plus crédible, évite la dispersion et aide à choisir les bonnes priorités.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ADC1B-1BFE-40BF-BECE-C3D636BF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5429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496B3-93F8-4DD0-B202-EB8FE00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Ce que l'entreprise obtient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F49D7-7AC6-477F-A57E-DBEE8B22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E177B-FFE9-462E-A91B-031DD9FA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Lecture claire des priorités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8B271-B9FD-41E8-B07F-120D0AEC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2E5E1F-0470-47FE-ACBF-8C967AE5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Cas d'usage utiles à tester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68706-E606-413B-AB22-98AC3B6E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FF3A6-A756-412C-850B-C1799233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Besoins de formation par population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4777E-F675-42C3-8E47-C440BBF7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6F258F-7A0A-445E-96E2-5945F352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Première trajectoire de mise en œuvre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7258D8-7BEC-4B36-BBFF-C6BD60BF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3EEC2F-A1DD-445A-A13E-B9AB110F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1019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Rendez-vous de 45 minutes  →  Audit gratuit  →  Recommandations  →  Formation ciblée ou pilote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C2756B-6ED0-4D83-A2E8-7B04D602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EFD757-3FA0-47C1-9E8F-21F3B3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L'audit gratuit sert d'ouverture commerciale, de filtre de qualité et de point de départ pour la suite la plus adaptée.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763728-E9BF-44AD-9F0D-52A497C4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63045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ACC4F-B10E-4A1B-A1A5-A1D64652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2AE79-86B7-49AB-B1DC-3E55B43D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OFFRE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963A7-A637-4445-84CB-2709464F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Les 4 briques de l'offre entreprise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A1166-7DA6-4EED-BA07-4373C74D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Notre valeur vient de la combinaison entre diagnostic, formation et mise en œuvre, et non d'un seul outil.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2FE44-A045-4A89-966F-FA643B82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b6e734a084573">
            <a:extLst>
              <a:ext uri="{96DAC541-7B7A-43D3-8B79-37D633B846F1}">
                <asvg:svgBlip xmlns:asvg="http://schemas.microsoft.com/office/drawing/2016/SVG/main" r:embed="R060828d8ecb647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20955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9F97C-864F-4AEE-A170-C22F0727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Audit, cadrage et feuille de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56161-093D-41EF-99C3-5F0247D6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Clarifier les priorités avant toute dépense importante.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21189-21C5-47B8-94D4-2C6BD29C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05CED-C8E8-4581-B2BD-140BC092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Diagnostic des processus critiques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75F68-F04E-4624-9565-0CAC8777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81797-2FA4-4EB7-8ED6-DBEBA5FC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Feuille de route simple et progressive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677A4-043A-403E-9536-37EC0DF3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9560bd806481f">
            <a:extLst>
              <a:ext uri="{96DAC541-7B7A-43D3-8B79-37D633B846F1}">
                <asvg:svgBlip xmlns:asvg="http://schemas.microsoft.com/office/drawing/2016/SVG/main" r:embed="R6ee88f78071a49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15050" y="20955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EFF21-A502-4BF4-B46C-862D414B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Formation dirigeants et managers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0973D-CF27-4307-9300-B886F75D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384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Donner aux décideurs une lecture claire des usages, des limites et des choix à faire.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4E2B2-AF33-4A0E-A5CB-E5C2718C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ECA3E-2A8E-4AC2-9F50-4E55D562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Vision et stratégie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ABEE0-DF62-46AF-926F-8E57DCCC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FC510-7EAF-4649-9E53-F30F1F25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Conduite du changement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3B373-6106-47E7-BF9F-837C3E14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d87f3bb0d4e4b">
            <a:extLst>
              <a:ext uri="{96DAC541-7B7A-43D3-8B79-37D633B846F1}">
                <asvg:svgBlip xmlns:asvg="http://schemas.microsoft.com/office/drawing/2016/SVG/main" r:embed="Rf07a7d8d71cd4e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39814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3177A-5609-4F3B-B3D7-4B0A006C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Formation équipes métier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7FB20-BA8D-44EA-9075-85139EFA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Faire gagner du temps, de la rigueur et de la fluidité aux équipes au quotidien.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2AD9FA-3C23-4099-B460-D30A0063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9627D-EABE-4B6E-818F-DE74CDBE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Finance et reporting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EBC45-EC24-44A1-B1F3-2BFA5116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33E15-2F97-4094-B211-CC214D2C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Service client, flotte et opérations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0767C-4F9B-4B59-9857-BE077F45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71900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6d79a9a284155">
            <a:extLst>
              <a:ext uri="{96DAC541-7B7A-43D3-8B79-37D633B846F1}">
                <asvg:svgBlip xmlns:asvg="http://schemas.microsoft.com/office/drawing/2016/SVG/main" r:embed="Rfd809449b9eb4b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15050" y="39814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B11F65-B0DF-49EF-914E-1EFE6C5B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Pilote et mise en œuvre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936432-4A51-4CAC-97C3-A6DF1E79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243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Passer d'un besoin identifié à un premier cas d'usage visible et mesurable.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71EB75-A4C2-47D4-9418-622FA8F5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434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6E7D8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6C9A96-EBB6-413E-AE41-ECCB24E7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244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Assistant métier ciblé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CBE929-763E-4265-BE3B-F15E6ED1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6E7D8C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E7D39E-3D3C-4C21-AC48-83DAD002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339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Tableau de bord, base interne et gouvernance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1D2713-160A-444F-B893-87CF1653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2B8FEF-E97D-4BF7-9F78-F3FB5B02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Une offre entreprise crédible articule clairement l'audit, la formation, l'accompagnement et un premier terrain d'exécution.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3FE764-FC0D-4799-B86F-54F887C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37746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8D040C-C771-4745-8AF9-EB7BF6C2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E0437-47D0-4BD0-B1BB-B65993C0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3E1B1-4B0A-4F94-83AC-A3FED7A4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Un mini-catalogue de formation beaucoup plus ciblé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AF985-FE2D-4289-92BC-F6D40DE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Au lieu de présenter 13 domaines génériques, nous recommandons de mettre en avant quelques familles directement utiles pour l'entreprise.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6EFAB-E1BD-4948-B7C7-63C84FF3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3812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B7FE3-4615-48BB-A423-3C51136F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C4444-FAA6-4EE4-803E-C2D620FB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Direction et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CC84C-03D2-4523-9CE0-E47C688C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81460-70A9-40E1-9F13-21E1917D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IA pour Dirigeants : Vision et Stratégie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56BE6-B98C-457E-8C91-FC0A1A9A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97049-2C79-477C-B54A-F2CF678B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Prise de Décision Stratégique avec l'IA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2DD60-23CE-4F1C-8FA6-F1885898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85950"/>
            <a:ext cx="23812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FA72B-F415-490B-AFFE-9413FB41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85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9525">
            <a:solidFill>
              <a:srgbClr val="D667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24AEF-50F2-45ED-8BA1-5E08C0CC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Finance et pilotage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ECB5F-F12A-49A6-90E4-07CA900C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289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D4998-7C03-4D44-9D7E-C89842AE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813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Reporting Financier Automatisé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357C4-5DEE-45C1-B770-88C6BA56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338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C2B7E-5DF3-4635-8B18-74197A64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8862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Comptabilité Automatisée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69C55-3C20-441B-94AC-EA80A9DC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23812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FF0B2-2F86-40A9-8291-3CBA8E73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6A"/>
          </a:solidFill>
          <a:ln xmlns:a="http://schemas.openxmlformats.org/drawingml/2006/main" w="9525">
            <a:solidFill>
              <a:srgbClr val="2F6F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C68E7-7943-4CB7-9406-C7C3C29B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Opérations et relation 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B8063-1C37-48A3-AA70-0BCD7E75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289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903FF-3E7D-40E7-B4C2-931E3E7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Gestion de Flotte et Logistique 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6A829-7C96-4CC3-8DB2-CA974909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ABA36-2B1F-4C14-BF04-416801F3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CRM Intelligent et 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662AD-2FC3-45B3-A3DD-ED24A094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85950"/>
            <a:ext cx="23812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556919-05F4-4CA7-82A2-DFC533CD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859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D8C"/>
          </a:solidFill>
          <a:ln xmlns:a="http://schemas.openxmlformats.org/drawingml/2006/main" w="9525">
            <a:solidFill>
              <a:srgbClr val="6E7D8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7B700F-41CF-401D-B26A-BD1BD76F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002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Transformation et conformité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F41EF-AED4-4F0A-BEC4-75803E5B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6289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B1F2B3-EC17-45B2-B50A-87817DCE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813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CBCDF-F312-4302-BD8B-33181521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3380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806BC3-A968-4221-B2CD-CCCEB113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8862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RGPD et Protection des Données avec l'IA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CD838E-31DC-4DEC-9847-08A3F3AC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F2B9FF-106D-47BD-8705-DCCC308E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1000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 à faire passer : la formation n'est pas un catalogue séparé, mais une réponse ciblée aux priorités métier révélées par l'audit.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42C6F4-61CC-4DBD-A489-C0CF74C0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EC4DE4-D046-406B-B23C-F2F139D4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catalogue doit devenir un outil de ciblage commercial et non une liste trop large à présenter d'un bloc.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808E5C-EE9B-40FA-8AA5-0E2CD74E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27879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E39B2C-2EE2-4CEC-916A-6F6897E4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929D9-9F92-4B9E-A9C5-9043A114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16779-8731-48F9-B3CE-C93C565D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Ce que cette offre peut adresser concrètement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0B17A-A832-4F5E-991A-F21021FE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Pour une entreprise comme Elton CI, l'offre formation prend de la valeur si elle prépare des usages utiles sur des terrains bien identifiés.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1D515-E61B-4C52-86AE-4999294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4656E-4780-402B-95F0-84B67E1E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Comptes professionnels et recouvrement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438C5-1913-4476-B280-CF7108F5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Mieux suivre les comptes clients, les échéances, les relances et les revues de portefeuille.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72F6C-1DF1-427E-8966-79F9DFEE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E97A4-41EC-428B-9F67-D9623199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Flotte, carte carburant et pilotage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6A4E3-7032-4588-B6E9-6D24C502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Mieux exploiter les données de consommation, les cartes et les tableaux de bord de suivi.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41A6A-6E16-4784-AF83-91ABA546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B65F3-E8C1-4033-AFA1-7606FFAB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Service auto et relation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EEB85-B773-45DD-979D-ADB77141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Renforcer les rappels, la qualité de service, la réactivité et le suivi des interactions clients.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F2C2C-E5F7-4C43-A9C2-21E0D62A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4953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59FDF-75C6-4B6C-8E38-FD1D0248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Procédures, standards et diffusion interne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DB33B-6257-4682-B4B4-D7489FD7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Aider les équipes à accéder plus vite aux bonnes pratiques, réponses et informations utiles.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53F9A-753B-47DB-B34B-98EE75D6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2BB83-6B9C-48D9-8981-76589391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1019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La formation prépare ici des usages métier précis : elle rend les équipes plus prêtes, plus rapides et plus cohérentes avant le déploiement d'un pilote.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FCE77-4CA6-4CF7-B0A8-F2F82FA2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6EA4F-CF10-4472-B68A-2180139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L'objectif n'est pas d'ajouter de l'IA partout, mais de relier la formation à des cas d'usage visibles et crédibles.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45097-FC24-464E-81BC-B74B2A9C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93380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90B9D2-EBD4-4F1A-B1FB-76B60792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2F5DD-D800-4143-8366-2669D324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PARCOURS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AD2CF-6CA3-4B5D-B48A-8A271DF7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La séquence recommandée pour l'entreprise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21DEA-01E5-47D4-BD0B-8E5133C6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bon scénario n'est pas de tout vendre d'un bloc, mais d'enchaîner les étapes utiles dans le bon ordre.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1FC36-9CEC-467F-8A8E-A2260F73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8C25B-DDD9-4020-ADD3-D6A3FD06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877E9-51DF-41C0-85AA-65B8BF5C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1. Rendez-vous de cadrage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0BC97-1E76-41D4-8B18-1195A078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Comprendre les priorités, le contexte et les points de friction les plus sensibles.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57E74-75F5-456D-A971-A0941F0E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383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11005-1E66-4C19-842C-E90CBE9D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03B2A-1083-4F4F-AD0F-A58C5CA3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2. Audit gratuit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123EB-EF23-4836-A690-524E0D42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61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Identifier les quick wins, les besoins de formation et les premiers cas d'usage utiles.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1C8B8-E496-408E-930F-AACF20D9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FBDBA-B0CB-4C7F-8BBB-359BBD4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5E449-ABC5-4ADA-B6C5-A8FFE886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3. Formation ciblée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337AF-7E12-4E48-BC3C-89D9BF43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861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Former la bonne population au bon niveau : direction, managers, équipes métier ou support.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98E2B-4792-4B7A-8F68-FE6B898B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11AA8-B228-4EC9-93CD-D4C3F565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47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47C97-2099-4236-9F75-97D68889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4. Pilote puis extension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D17A9-6B73-460C-9682-086B72AC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Lancer un premier usage mesurable, puis élargir seulement ce qui fonctionne réellement.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AF46DE-C220-4847-B1D0-08104652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5669E-03E3-4447-8CE0-7C51A6BA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Ce que cela sécurise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13C29-E915-4BF2-BA70-F4B02D84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Des priorités mieux choisies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A8953-CE75-42BA-AFDC-E0F5065D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Une formation mieux ciblée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297B3-CFD9-4115-BCAE-AE835CEA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Un premier pilote plus crédible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9A42A-ECFA-475C-A85F-1B5DB8BC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864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Une montée en puissance plus maîtrisée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82823-38D2-43DC-8836-8F319CF5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F8A0B9-0281-42B4-B620-D11FE1F5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Séquence recommandée : diagnostic, audit, formation ciblée, puis pilote et extension si les premiers résultats sont convaincants.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A271D-097F-4A0F-B706-E4893167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74668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3841C-E018-4268-A623-8AC6DA06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A6A4A-FD30-4BDF-B9B5-7EB0C621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CONFIANCE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9B437-C27E-474A-8B17-8B2C1D62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Former et déployer avec un cadre de confiance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6D800-9750-4E36-8E6D-7AD8F1F7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9530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BE923-F569-46C2-BAAC-77FCDC1A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Ce que nous défendons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22F79-F778-4A47-BE28-7C94C7D4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714EA-F70E-42DD-9B9C-60F24076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Aucune donnée sensible n'est exposée à un modèle sans règles claires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5713C-2E78-4DB2-A83F-4B2341EA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46036-EAAE-4116-909B-2B0D278B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Les usages sont cadrés par les rôles, les accès et le niveau de sensibilité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BA608-34C2-4921-9DFE-326D4582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67377-8806-44B3-BC71-1B5A2CC5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Le filtrage et la revue humaine précèdent toute automatisation critique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32F94-FE28-4813-8CF9-8D72407A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5238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F2EF1-2F4D-467D-9DC4-046DAF80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Message fort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4359B-F309-4C2E-894F-A2FDEBE9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Une IA utile, gouvernée et maîtrisable.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FD62F-33D4-4624-AD3E-2E646C44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La formation gagne en crédibilité quand elle intègre confidentialité, règles d'usage et supervision.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C8EED-F720-44B3-A414-2B1198F4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33800"/>
            <a:ext cx="523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17459-F1CF-4DF2-AC58-97478E3C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Pourquoi cette slide compte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58BD1-9683-4698-BE6F-03AFC2AB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213D"/>
                </a:solidFill>
                <a:latin typeface="Aptos"/>
                <a:ea typeface="Aptos"/>
                <a:cs typeface="Aptos"/>
              </a:rPr>
              <a:t>Elle montre que TransferAI ne vend pas uniquement des usages attractifs, mais une démarche compatible avec les exigences de l'entreprise.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41F68-7FCD-42A0-8EDC-1DB8EDAC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A28D1-89DB-4BE2-A6BA-21DD6FF1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bon message : une offre formation et IA utile, encadrée et compatible avec la confidentialité de l'organisation.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5D6CA-02DC-4F28-AED6-1A8C0D99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27993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4EAF8-71E0-4655-B897-5ED55B80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cda2661d543b4"/>
          <a:stretch xmlns:a="http://schemas.openxmlformats.org/drawingml/2006/main"/>
        </p:blipFill>
        <p:spPr>
          <a:xfrm xmlns:a="http://schemas.openxmlformats.org/drawingml/2006/main">
            <a:off x="745127" y="552450"/>
            <a:ext cx="1557746" cy="685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2E729-3A94-42D8-A400-B49B9D26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PROCHAINE ÉTAPE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9870A-CBA4-4824-8FCC-D8BB01AE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Ouvrir sur une action simple, crédible et utile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926AB-D675-4AE4-BB20-CAC4DAF5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message le plus simple à faire passer : commençons par un échange de 45 minutes et un audit gratuit pour identifier la bonne combinaison entre formation, accompagnement et cas d'usage.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1D2E2-836C-4A77-9A98-D4E06E0E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5905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52DB6-6C28-47E8-A98A-2D5F62A1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Appel à l'action recommandé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E6847-075D-4822-A47A-5BF98CB3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Tenir un échange expert de 45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BD214-995A-4391-890E-C8C3D492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Lancer un audit IA gratuit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15A14-7F26-4CF6-B177-CA7D07F9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47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Recevoir une orientation ciblée : formation, accompagnement ou pilote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6B1C9-4E94-4B78-B53A-0D1377F3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33500"/>
            <a:ext cx="41719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60F0F-C4AD-43BB-9EFF-17500350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Coordonnées à partager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F33AE-8A3A-4D4D-99CD-7058DCA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www.transferai.ci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8C4C3-5D51-4154-B4D9-24E1C11A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contact@transferai.ci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C6A94-D189-4F3A-95BE-47E625B9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+225 07 16 57 39 90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9492D-1826-48B8-90D8-89F88212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WhatsApp : +225 07 16 57 39 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9175E-92D0-46F4-A19F-506D652B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linkedin.com/company/transfert-ai-africa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67E88-D6BC-43C9-A2AF-C2D474CC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767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Riviera 3, carrefour Sainte Famille, Abidjan, Côte d'Ivoire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A6154-86B4-48AC-83DF-ADD7AD81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323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FF7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5BE66-BA97-4295-9EEE-275D75B7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530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Formule courte à utiliser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15552-EA31-4FAD-94C0-1293C21A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816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vous aide à identifier les usages les plus utiles, à former les bonnes équipes et à choisir la bonne suite pour l'entreprise.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9BBF3-BE7C-4197-BC1A-CE7EF076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3CED7-227B-4291-B397-78AE8DF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Sortie recommandée du rendez-vous : un besoin clarifié, une proposition de formation ciblée et un premier terrain d'action.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486E0-DD59-436A-869F-5ED2902E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11643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2026-05-22T16:11:47.6360000Z</dcterms:created>
  <dcterms:modified xsi:type="dcterms:W3CDTF">2026-05-22T16:11:47.6360000Z</dcterms:modified>
</coreProperties>
</file>