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CIBLÉE — ATLI WORLDWIDE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l'IA un levier de fluidité documentaire et de coordination pour ATLI Worldwide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Trans-Logistics International — TransferAI Africa, hub IA de Nettelecom 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activables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prioritaires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d'entrée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5074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recommandée : audit IA gratuit + échange expert de 45 minutes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ci-dessus sont des repères de référence, formulés comme hypothèses à confirmer pendant l'audit — pas des engagements de résultat.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TRANSFERAI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TransferAI, hub IA opérationnel de Nettelecom 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interlocuteur structuré, pas un simple catalogue de formations.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experts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en Côte d'Ivoire, au Royaume-Uni, aux États-Unis et en Inde.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d'exécution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78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cadrage, formation, gouvernance et premier pilote métier reliés.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logistique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910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pensée pour les transitaires, opérateurs fret et acteurs portuaires.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342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78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90 jours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342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L'engagement continue après la formation, pas seulement pendant.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structure de formation classique transmet un contenu. TransferAI forme, puis accompagne l'usage réel, les ajustements et les décisions d'extension.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PRIORITÉS MÉTIER D'ATLI WORLDWIDE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proposition est adaptée au contexte d'ATLI Worldwide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des flux qui pèsent déjà sur le transit et la coordination documentaire, entre Abidjan et San Pedro.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dense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de transit, douane et transport circulant dans des séquences lourdes.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Pièces et synthèses plus faciles à relire, retrouver et partager.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multi-acteurs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112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Clients, transporteurs, douane et ports avancent à des rythmes différents.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112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et synthèses qui améliorent l'alignement opérationnel.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48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peu visibles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544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Retards et écarts remontant sans hiérarchisation claire.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44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Responsables lisant mieux les exceptions pour prioriser plus vite.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148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976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client dispersé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976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de dossiers communiqués de façon hétérogène selon les clients.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9976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plus homogène et plus réactif pour les clients importateurs/exportateurs.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ATTENDUS ET INDICATEURS DE PREUVE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ROI n'a de valeur que relié à des KPI lisibles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prudents à confirmer pendant l'audit — pas des chiffres abstraits.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plus rapide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dossiers de transit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douane, transport, documentation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 alignement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clients, transporteurs et douane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et synthèses partagés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plus précoce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62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retards et anomalies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hiérarchisation des exceptions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94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plus homogène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794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clients importateurs/exportateurs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94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de dossier communiqués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rendre ce ROI crédible dès le premier rendez-vous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Partir d'un flux concret et visible.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Nommer le ou les KPI déjà lus par la direction.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Limiter le premier pilote à un terrain mesurable.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Revoir les résultats avec les responsables métier avant extension.   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PRIORITAIRES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à mettre au centre de la proposition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CEFE3"/>
          </a:solidFill>
          <a:ln w="19050">
            <a:solidFill>
              <a:srgbClr val="D66724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de transit augmentée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94436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de transit et douane circulant dans des séquences lourdes.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3708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Pièces et synthèses plus faciles à relire, retrouver et partager entre équipes.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376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traitement documentaire ; délai de recherche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client automatisé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de dossiers communiqués de façon hétérogène selon les clients.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112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et synthèses de statut homogènes pour les clients.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112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 client ; satisfaction déclarée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retards et anomalies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 et retards remontant sans hiérarchisation claire.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44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mieux lisibles et priorisées pour les équipes opérationnelles.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544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détection ; dossiers traités à temps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7782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976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multi-acteurs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976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Clients, transporteurs, douane et ports avancent à des rythmes différents.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976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et synthèses partagés qui améliorent l'alignement opérationnel.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9976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circulation de l'information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DES DEUX PREMIERS TERRAINS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premiers terrains à lancer rapidement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la première valeur visible pour la direction et les équipes opérationnelles.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128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128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974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de transit augmentée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de transit et douane longs à traiter et à retrouver en cas de besoin.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et recherche facilitées dans la base documentaire, partage simplifié entre équipes.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clé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traitement documentaire ; délai de recherche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2128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0263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2128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2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1284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26974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client automatisé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0080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de dossiers communiqués de façon hétérogène selon les clients et les canaux.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et synthèses de statut homogènes, envoyées automatiquement aux clients.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clé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 client ; satisfaction déclarée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ET QUALITÉ DE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qui renforcent la qualité de 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cas d'usage secondaires qui consolident la réactivité opérationnelle.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retards et anomalies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 et retards remontant sans hiérarchisation claire.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mieux lisibles et priorisées pour les équipes opérationnelles.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détection ; dossiers traités à temps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9659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128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12864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multi-acteurs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0" y="28803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Clients, transporteurs, douane et ports avancent à des rythmes différents.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3840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et synthèses partagés qui améliorent l'alignement opérationnel.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circulation de l'information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0263F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usages gagnent en pertinence une fois la documentation et le suivi client stabilisés — ils ne sont pas la première priorité.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90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cadrage à la mesure, avec validation à chaque palier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913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 et priorisation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flux prioritaires et les équipes à mobiliser.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J+15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913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livrable utile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7588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Calibrer un premier kit de suivi documentaire ou de notification client sur des dossiers réels.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J+45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9136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336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ciblée et pilote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les équipes retenues et lancer le premier terrain d'exécution, sous supervision humaine.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7260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7" name="Shape 22"/>
          <p:cNvSpPr/>
          <p:nvPr/>
        </p:nvSpPr>
        <p:spPr>
          <a:xfrm>
            <a:off x="886968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68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91363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gouvernance et extension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084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Relire les premiers KPI, ajuster les usages, décider extension, recentrage ou montée en charge.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Différentiel TransferAI : une formation classique s'arrête au contenu. TransferAI accompagne la mise en pratique et la décision d'extension pendant 90 jours.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DISPOSITIF D'ACCOMPAGNEMENT RECOMMANDÉ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en 4 briques, simple à activer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21408"/>
            <a:ext cx="530352" cy="530352"/>
          </a:xfrm>
          <a:prstGeom prst="ellipse">
            <a:avLst/>
          </a:prstGeom>
          <a:solidFill>
            <a:srgbClr val="10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métier ciblé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les flux, documents et frictions les plus critiques pour ATLI Worldwide.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526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des irritants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83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de gains rapides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918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11296" y="2121408"/>
            <a:ext cx="530352" cy="530352"/>
          </a:xfrm>
          <a:prstGeom prst="ellipse">
            <a:avLst/>
          </a:prstGeom>
          <a:solidFill>
            <a:srgbClr val="D667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494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112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décideurs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112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 la direction et les managers sur usages, limites et conditions de réussite.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45262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947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gouvernance, arbitrages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9834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947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premiers KPI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0350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54496" y="2121408"/>
            <a:ext cx="530352" cy="530352"/>
          </a:xfrm>
          <a:prstGeom prst="ellipse">
            <a:avLst/>
          </a:prstGeom>
          <a:solidFill>
            <a:srgbClr val="2F6F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2494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44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équipes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2544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les bonnes méthodes et assistants dans les mains des équipes transit, douane et relation client.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5262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 métier augmentés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49834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379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utile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7782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997696" y="2121408"/>
            <a:ext cx="530352" cy="530352"/>
          </a:xfrm>
          <a:prstGeom prst="ellipse">
            <a:avLst/>
          </a:prstGeom>
          <a:solidFill>
            <a:srgbClr val="6E7D8C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22494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9976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&amp; accompagnement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89976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intention IA à un premier terrain visible, mesurable et gouverné.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696" y="4526280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2811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sur 90 jours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696" y="4983480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2811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d'extension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PROCHAINE ÉTAPE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pilote utile, gouverné et mesurable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confirme les deux premiers terrains, les équipes à former et la sortie attendue à 90 jours.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gouvernés, progressifs, validés par des responsables métier identifiés.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clients et documents de transit sous supervision humaine.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6758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accompagne aussi la mise en pratique et les premiers KPI, au-delà de la formation.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6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2428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 avant toute extension à d'autres périmètres.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229600" y="26060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324F"/>
          </a:solidFill>
          <a:ln/>
        </p:spPr>
      </p:sp>
      <p:sp>
        <p:nvSpPr>
          <p:cNvPr id="15" name="Text 9"/>
          <p:cNvSpPr/>
          <p:nvPr/>
        </p:nvSpPr>
        <p:spPr>
          <a:xfrm>
            <a:off x="85039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ATTENDUE DU RENDEZ-VOUS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3104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les 2 premiers cas d'usage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13048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3104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équipes à former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37997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833104" y="4334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KPI prioritaires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94690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833104" y="4901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de l'ordre audit / formation / pilote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503920" y="55321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D66724"/>
          </a:solidFill>
          <a:ln/>
        </p:spPr>
      </p:sp>
      <p:sp>
        <p:nvSpPr>
          <p:cNvPr id="25" name="Text 15"/>
          <p:cNvSpPr/>
          <p:nvPr/>
        </p:nvSpPr>
        <p:spPr>
          <a:xfrm>
            <a:off x="850392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+ 45 min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contact@transferai.ci   ·   www.transferai.ci   ·   +225 07 16 57 39 90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ATLI Worldwide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TransferAI x ATLI Worldwide</dc:title>
  <dc:subject>PptxGenJS Presentation</dc:subject>
  <dc:creator>TransferAI Africa</dc:creator>
  <cp:lastModifiedBy>TransferAI Africa</cp:lastModifiedBy>
  <cp:revision>1</cp:revision>
  <dcterms:created xsi:type="dcterms:W3CDTF">2026-07-07T21:18:34Z</dcterms:created>
  <dcterms:modified xsi:type="dcterms:W3CDTF">2026-07-07T21:18:34Z</dcterms:modified>
</cp:coreProperties>
</file>