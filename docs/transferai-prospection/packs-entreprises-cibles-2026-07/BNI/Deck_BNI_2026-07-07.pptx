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CIBLÉE — BNI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de l'IA un levier d'instruction et de pilotage des financements pour la BNI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 Nationale d'Investissement — TransferAI Africa, hub IA de Nettelecom 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formations activables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prioritaires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d'extension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FCFA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d'entrée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6309360" cy="56692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50749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 recommandée : audit IA gratuit + échange expert de 45 minutes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943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indicateurs ci-dessus sont des repères de référence, formulés comme hypothèses à confirmer pendant l'audit — pas des engagements de résultat.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BNI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EST TRANSFERAI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TransferAI, hub IA opérationnel de Nettelecom CI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interlocuteur structuré, pas un simple catalogue de formations.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780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experts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Basés en Côte d'Ivoire, au Royaume-Uni, aux États-Unis et en Inde.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4780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d'exécution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478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cadrage, formation, gouvernance et premier pilote métier reliés.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10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4780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régulé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910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banque, finance et institutions soumises à supervision.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342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47802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342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90 jours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0342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L'engagement continue après la formation, pas seulement pendant.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86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257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structure de formation classique transmet un contenu. TransferAI forme, puis accompagne l'usage réel, les ajustements et les décisions d'extension.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BNI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INSTITUTIONNEL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cette proposition est adaptée au contexte de la BNI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des flux qui pèsent déjà sur l'instruction des dossiers et le pilotage du portefeuille.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des dossiers de financement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" y="3127248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déjà éprouvée sur des dossiers similaires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" y="352958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longue des dossiers avant comité d'investissement.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" y="476402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Éléments de synthèse mieux préparés pour accélérer l'arbitrage humain.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et comités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112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élevé de reformulation et de consolidation des chiffres de portefeuille.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112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et notes de comité produites plus vite, mieux lisibles.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488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et KYC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544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Contrôles documentaires et signalements chronophages.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544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Écarts et pièces manquantes repérés plus tôt.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7782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21488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976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avec les porteurs de projets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9976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Réponses hétérogènes selon les canaux et les équipes.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9976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réponses homogène, sans perdre la supervision humaine.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BNI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ATTENDUS ET INDICATEURS DE PREUVE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ROI n'a de valeur que relié à des KPI lisibles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Repères prudents à confirmer pendant l'audit — pas des chiffres abstraits.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plus rapide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dossiers de financement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préparation ; délai d'arbitrage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à 45 %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930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temps de reporting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commentaires, consolidations, notes de comité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Contrôles plus homogènes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362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plusieurs équipes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instruction, conformité, portefeuille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794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plus rapide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794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comités d'investissement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794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écarts, risques, arbitrages, priorités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36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rendre ce ROI crédible dès le premier rendez-vous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Partir d'un flux concret et visible.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Nommer le ou les KPI déjà lus par la direction.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Limiter le premier pilote à un terrain mesurable.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Revoir les résultats avec les responsables métier avant extension.   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BNI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PRIORITAIRES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à mettre au centre de la proposition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CEFE3"/>
          </a:solidFill>
          <a:ln w="19050">
            <a:solidFill>
              <a:srgbClr val="D66724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 dossiers de financement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" y="2944368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phare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" y="33649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Dossiers longs à instruire avant comité d'investissement.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43708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Éléments de synthèse et points de vigilance mis en avant pour préparer la décision.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" y="53766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préparation dossier ; délai d'arbitrage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de portefeuille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112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existants longs à commenter avant chaque comité.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112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et commentaires de performance accélérés et mieux lisibles.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112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production ; délai de diffusion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et KYC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544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Contrôles documentaires et signalements chronophages.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544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Écarts et pièces manquantes repérés plus tôt.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544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revue ; anomalies détectées tôt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7782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8288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976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porteurs de projets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9976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récurrentes saturant les équipes.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9976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de réponse encadré pour les cas récurrents.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9976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moyen de réponse ; taux de résolution 1er niveau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BNI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GOUVERNANCE, CONFIDENTIALITÉ ET SUPERVISION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cadre compatible avec les exigences d'une banque d'État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225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sous supervision humaine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5786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Dossiers de financement, données clients et documents internes sous contrôle humain systématique.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2176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3225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avant toute action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0" y="25786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recommandation d'instruction ou de conformité générée par l'IA est revue avant décision.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885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5445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extension avant validation d'un premier pilote encadré et mesuré.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2885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documenté et validé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32320" y="45445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d'usage validées par les responsables métier — instruction et conformité.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BNI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RENFORCEMENT DES CAPACITÉS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formations qui préparent des gestes métier réels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formations prioritaires, regroupées en trois familles.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682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&amp; financement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6576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 Dossiers de Financement avec l'IA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34340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214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de Portefeuille Automatisé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25196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50799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36829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0799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&amp; gouvernance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365760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5546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et KYC Augmentés par l'IA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434340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5546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Interne Augmenté par l'IA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795528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821131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7616" y="2368296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21131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&amp; leadership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312" y="3657600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55878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Porteurs de Projets Augmentée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312" y="4343400"/>
            <a:ext cx="256032" cy="25603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55878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pour Dirigeants : Vision et Stratégie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0263F"/>
          </a:solidFill>
          <a:ln/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605272"/>
            <a:ext cx="438912" cy="43891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371600" y="5440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la formation, accès gratuit à la communauté TransferAI pour partager cas réels et obtenir des conseils pratiques d'exécution.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BNI</a:t>
            </a:r>
            <a:endParaRPr lang="en-US" sz="900" dirty="0"/>
          </a:p>
        </p:txBody>
      </p:sp>
      <p:sp>
        <p:nvSpPr>
          <p:cNvPr id="3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 90 JOURS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cadrage à la mesure, avec validation à chaque palier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88720" y="3246120"/>
            <a:ext cx="9784080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9136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 et priorisation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7840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flux prioritaires et les équipes à mobiliser.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J+15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7472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91363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livrable utile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7588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Calibrer un premier kit de synthèse de dossiers ou de reporting sur des données réelles de la BNI.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0" name="Shape 16"/>
          <p:cNvSpPr/>
          <p:nvPr/>
        </p:nvSpPr>
        <p:spPr>
          <a:xfrm>
            <a:off x="617220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1" name="Text 17"/>
          <p:cNvSpPr/>
          <p:nvPr/>
        </p:nvSpPr>
        <p:spPr>
          <a:xfrm>
            <a:off x="617220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J+45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17220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91363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336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ciblée et pilote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7336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les équipes retenues et lancer le premier terrain d'exécution, sous supervision humaine.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37260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7" name="Shape 22"/>
          <p:cNvSpPr/>
          <p:nvPr/>
        </p:nvSpPr>
        <p:spPr>
          <a:xfrm>
            <a:off x="886968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8" name="Text 23"/>
          <p:cNvSpPr/>
          <p:nvPr/>
        </p:nvSpPr>
        <p:spPr>
          <a:xfrm>
            <a:off x="886968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86968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3913632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7084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Mesure, gouvernance et extension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07084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Relire les premiers KPI, ajuster les usages, décider extension, recentrage ou montée en charge.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Différentiel TransferAI : une formation classique s'arrête au contenu. TransferAI accompagne la mise en pratique et la décision d'extension pendant 90 jours.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BNI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DISPOSITIF D'ACCOMPAGNEMENT RECOMMANDÉ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architecture en 4 briques, simple à activer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21408"/>
            <a:ext cx="530352" cy="530352"/>
          </a:xfrm>
          <a:prstGeom prst="ellipse">
            <a:avLst/>
          </a:prstGeom>
          <a:solidFill>
            <a:srgbClr val="10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métier ciblé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Qualifier les flux, documents et frictions les plus critiques pour la BNI.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5262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des irritants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9834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 de gains rapides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2918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511296" y="2121408"/>
            <a:ext cx="530352" cy="530352"/>
          </a:xfrm>
          <a:prstGeom prst="ellipse">
            <a:avLst/>
          </a:prstGeom>
          <a:solidFill>
            <a:srgbClr val="D667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24942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112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décideurs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5112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Aligner la direction et les managers sur usages, limites et conditions de réussite.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452628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947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Vision, gouvernance, arbitrages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98348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947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des premiers KPI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60350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254496" y="2121408"/>
            <a:ext cx="530352" cy="530352"/>
          </a:xfrm>
          <a:prstGeom prst="ellipse">
            <a:avLst/>
          </a:prstGeom>
          <a:solidFill>
            <a:srgbClr val="2F6F6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24942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544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équipes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2544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les bonnes méthodes et assistants dans les mains de l'instruction, de la conformité et du portefeuille.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4526280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379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Gestes métier augmentés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4983480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5379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utile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87782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8997696" y="2121408"/>
            <a:ext cx="530352" cy="530352"/>
          </a:xfrm>
          <a:prstGeom prst="ellipse">
            <a:avLst/>
          </a:prstGeom>
          <a:solidFill>
            <a:srgbClr val="6E7D8C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2" y="2249424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9976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&amp; accompagnement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89976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d'une intention IA à un premier terrain visible, mesurable et gouverné.</a:t>
            </a:r>
            <a:endParaRPr lang="en-US" sz="10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7696" y="4526280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2811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sur 90 jours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7696" y="4983480"/>
            <a:ext cx="201168" cy="20116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92811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d'extension</a:t>
            </a:r>
            <a:endParaRPr lang="en-US" sz="1000" dirty="0"/>
          </a:p>
        </p:txBody>
      </p:sp>
      <p:sp>
        <p:nvSpPr>
          <p:cNvPr id="40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BNI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 ET PROCHAINE ÉTAPE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un pilote utile, gouverné et mesurable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rendez-vous confirme les deux premiers terrains, les équipes à former et la sortie attendue à 90 jours.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542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gouvernés, progressifs, validés par des responsables métier identifiés.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089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Dossiers de financement et données clients sous supervision humaine.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989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6758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accompagne aussi la mise en pratique et les premiers KPI, au-delà de la formation.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68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424281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 avant toute extension à d'autres périmètres.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229600" y="260604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6324F"/>
          </a:solidFill>
          <a:ln/>
        </p:spPr>
      </p:sp>
      <p:sp>
        <p:nvSpPr>
          <p:cNvPr id="15" name="Text 9"/>
          <p:cNvSpPr/>
          <p:nvPr/>
        </p:nvSpPr>
        <p:spPr>
          <a:xfrm>
            <a:off x="850392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ATTENDUE DU RENDEZ-VOUS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24612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33104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 les 2 premiers cas d'usage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813048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833104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les équipes à former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379976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833104" y="43342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KPI prioritaires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946904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833104" y="4901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de l'ordre audit / formation / pilote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8503920" y="553212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D66724"/>
          </a:solidFill>
          <a:ln/>
        </p:spPr>
      </p:sp>
      <p:sp>
        <p:nvSpPr>
          <p:cNvPr id="25" name="Text 15"/>
          <p:cNvSpPr/>
          <p:nvPr/>
        </p:nvSpPr>
        <p:spPr>
          <a:xfrm>
            <a:off x="8503920" y="5532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gratuit + 45 min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contact@transferai.ci   ·   www.transferai.ci   ·   +225 07 16 57 39 90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BNI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TransferAI x BNI</dc:title>
  <dc:subject>PptxGenJS Presentation</dc:subject>
  <dc:creator>TransferAI Africa</dc:creator>
  <cp:lastModifiedBy>TransferAI Africa</cp:lastModifiedBy>
  <cp:revision>1</cp:revision>
  <dcterms:created xsi:type="dcterms:W3CDTF">2026-07-08T00:21:05Z</dcterms:created>
  <dcterms:modified xsi:type="dcterms:W3CDTF">2026-07-08T00:21:05Z</dcterms:modified>
</cp:coreProperties>
</file>