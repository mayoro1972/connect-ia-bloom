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33e1edc2b84bc3" /><Relationship Type="http://schemas.openxmlformats.org/officeDocument/2006/relationships/extended-properties" Target="/docProps/app.xml" Id="Rc4d5002afecd4627" /><Relationship Type="http://schemas.openxmlformats.org/officeDocument/2006/relationships/officeDocument" Target="/ppt/presentation.xml" Id="Rdb3209d856e54c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0681cc83414da7"/>
  </p:sldMasterIdLst>
  <p:notesMasterIdLst>
    <p:notesMasterId xmlns:r="http://schemas.openxmlformats.org/officeDocument/2006/relationships" r:id="Re4a8171275a74a57"/>
  </p:notesMasterIdLst>
  <p:sldIdLst>
    <p:sldId xmlns:r="http://schemas.openxmlformats.org/officeDocument/2006/relationships" id="256" r:id="Ra90a3271aedf4f71"/>
    <p:sldId xmlns:r="http://schemas.openxmlformats.org/officeDocument/2006/relationships" id="257" r:id="R5dd3caa1e639470f"/>
    <p:sldId xmlns:r="http://schemas.openxmlformats.org/officeDocument/2006/relationships" id="258" r:id="R4c12942b3ce04d2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681cc83414da7" /><Relationship Type="http://schemas.openxmlformats.org/officeDocument/2006/relationships/theme" Target="/ppt/theme/theme1.xml" Id="Rdeefa1dce189486b" /><Relationship Type="http://schemas.openxmlformats.org/officeDocument/2006/relationships/notesMaster" Target="/ppt/notesMasters/notesMaster1.xml" Id="Re4a8171275a74a57" /><Relationship Type="http://schemas.openxmlformats.org/officeDocument/2006/relationships/presProps" Target="/ppt/presProps.xml" Id="Rb35188e327e24103" /><Relationship Type="http://schemas.openxmlformats.org/officeDocument/2006/relationships/viewProps" Target="/ppt/viewProps.xml" Id="R2898201cd04c4c35" /><Relationship Type="http://schemas.openxmlformats.org/officeDocument/2006/relationships/tableStyles" Target="/ppt/tableStyles.xml" Id="R7b808ca9c99e41c1" /><Relationship Type="http://schemas.openxmlformats.org/officeDocument/2006/relationships/slide" Target="/ppt/slides/slide1.xml" Id="Ra90a3271aedf4f71" /><Relationship Type="http://schemas.openxmlformats.org/officeDocument/2006/relationships/slide" Target="/ppt/slides/slide2.xml" Id="R5dd3caa1e639470f" /><Relationship Type="http://schemas.openxmlformats.org/officeDocument/2006/relationships/slide" Target="/ppt/slides/slide3.xml" Id="R4c12942b3ce04d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a49daeefd2d41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3ff28e1bf045e4" /><Relationship Type="http://schemas.openxmlformats.org/officeDocument/2006/relationships/notesMaster" Target="/ppt/notesMasters/notesMaster1.xml" Id="R8d528d9b9f704f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494ee8a78f41bb" /><Relationship Type="http://schemas.openxmlformats.org/officeDocument/2006/relationships/notesMaster" Target="/ppt/notesMasters/notesMaster1.xml" Id="R514cb64b743044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40f629a2964584" /><Relationship Type="http://schemas.openxmlformats.org/officeDocument/2006/relationships/notesMaster" Target="/ppt/notesMasters/notesMaster1.xml" Id="Rb50217f65ecc49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0f4a6c963409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f57f3fb69994cf3" /><Relationship Type="http://schemas.openxmlformats.org/officeDocument/2006/relationships/slideLayout" Target="/ppt/slideLayouts/slideLayout2.xml" Id="R9b7db617ed5b4be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7db617ed5b4be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800cd436954fc0" /><Relationship Type="http://schemas.openxmlformats.org/officeDocument/2006/relationships/image" Target="/ppt/media/image.png" Id="R14ad99fa0bfe4346" /><Relationship Type="http://schemas.openxmlformats.org/officeDocument/2006/relationships/notesSlide" Target="/ppt/notesSlides/notesSlide1.xml" Id="Rd35da1c14ebc48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bfddeee93f48ac" /><Relationship Type="http://schemas.openxmlformats.org/officeDocument/2006/relationships/image" Target="/ppt/media/image2.png" Id="Rec251840938f4229" /><Relationship Type="http://schemas.openxmlformats.org/officeDocument/2006/relationships/image" Target="/ppt/media/image.svg" Id="R9d65cd241174431f" /><Relationship Type="http://schemas.openxmlformats.org/officeDocument/2006/relationships/image" Target="/ppt/media/image3.png" Id="Ra5c0cd4a461c413f" /><Relationship Type="http://schemas.openxmlformats.org/officeDocument/2006/relationships/image" Target="/ppt/media/image2.svg" Id="R548873536bbc42ce" /><Relationship Type="http://schemas.openxmlformats.org/officeDocument/2006/relationships/image" Target="/ppt/media/image4.png" Id="Ra0604fda3d2e4c15" /><Relationship Type="http://schemas.openxmlformats.org/officeDocument/2006/relationships/image" Target="/ppt/media/image3.svg" Id="R449559d58f964252" /><Relationship Type="http://schemas.openxmlformats.org/officeDocument/2006/relationships/image" Target="/ppt/media/image5.png" Id="Rfc321f95e6034674" /><Relationship Type="http://schemas.openxmlformats.org/officeDocument/2006/relationships/image" Target="/ppt/media/image4.svg" Id="Ra4b099a354e64738" /><Relationship Type="http://schemas.openxmlformats.org/officeDocument/2006/relationships/image" Target="/ppt/media/image6.png" Id="Rdb71ea67ddc347a8" /><Relationship Type="http://schemas.openxmlformats.org/officeDocument/2006/relationships/image" Target="/ppt/media/image5.svg" Id="R5ee6c5eeadeb47a6" /><Relationship Type="http://schemas.openxmlformats.org/officeDocument/2006/relationships/image" Target="/ppt/media/image7.png" Id="R29ca571aad774eb1" /><Relationship Type="http://schemas.openxmlformats.org/officeDocument/2006/relationships/image" Target="/ppt/media/image6.svg" Id="Rffb918601a054c16" /><Relationship Type="http://schemas.openxmlformats.org/officeDocument/2006/relationships/notesSlide" Target="/ppt/notesSlides/notesSlide2.xml" Id="Rfe37c670f53748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e88e2288d54851" /><Relationship Type="http://schemas.openxmlformats.org/officeDocument/2006/relationships/notesSlide" Target="/ppt/notesSlides/notesSlide3.xml" Id="R2f02d7c595da464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4D3750-CFD1-4CE5-8DF3-764FBDAA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9EBED-9849-4A45-B95A-EFF4E778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689610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63719-847F-47C4-9B6D-48CF5ADD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5300"/>
            <a:ext cx="4133850" cy="586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9525">
            <a:solidFill>
              <a:srgbClr val="16324F"/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d99fa0bfe4346"/>
          <a:stretch xmlns:a="http://schemas.openxmlformats.org/drawingml/2006/main"/>
        </p:blipFill>
        <p:spPr>
          <a:xfrm xmlns:a="http://schemas.openxmlformats.org/drawingml/2006/main">
            <a:off x="900929" y="781050"/>
            <a:ext cx="1341392" cy="5905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83642-8978-4ABA-BFD6-7DC84EC8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MESSAGE 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9F69D-19C4-465C-90B5-820F47ABF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Confidentialite des informations clients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B01D7-DC38-4F18-9435-6B153CAC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5334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516072"/>
                </a:solidFill>
                <a:latin typeface="Aptos Display"/>
                <a:ea typeface="Aptos Display"/>
                <a:cs typeface="Aptos Display"/>
              </a:defRPr>
            </a:pPr>
            <a:r>
              <a:rPr sz="1388" b="1">
                <a:solidFill>
                  <a:srgbClr val="516072"/>
                </a:solidFill>
                <a:latin typeface="Aptos Display"/>
                <a:ea typeface="Aptos Display"/>
                <a:cs typeface="Aptos Display"/>
              </a:rPr>
              <a:t>Protection des donnees sensibles et LLM sur mesure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E9E4D-B066-4C47-95AB-82233B14F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5467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Vos donnees sensibles ne sont pas un carburant IA par defaut.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D7B11-FA39-4771-B11B-8CD8B675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56197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Nous concevons des solutions IA qui s'adaptent aux contraintes de confidentialite, de conformite et de gouvernance de chaque organisation.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7DA00-0487-4385-A3EA-CA2562B0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1676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65F46-2132-479D-848B-0E249126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721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solidFill>
              <a:srgbClr val="1632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45753-332A-4D8C-8099-00C7D99D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530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96CF2-580C-495E-BF25-E5DB7EE9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715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deny-by-default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BF3E94-4437-429C-A874-624FF735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00650"/>
            <a:ext cx="1676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2A8D79-B3EE-48EF-A49E-5A77A101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3721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/>
          </a:solidFill>
          <a:ln xmlns:a="http://schemas.openxmlformats.org/drawingml/2006/main" w="0">
            <a:solidFill>
              <a:srgbClr val="D667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AE3C1C-F704-4550-B2BA-FC5DE234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530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0AF494-F3CC-4485-A517-6487EF4E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715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minimisation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55A40A-886C-4810-861F-04389B08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200650"/>
            <a:ext cx="1676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71C182-38C4-4A4B-9BB2-2420DA1A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372100"/>
            <a:ext cx="38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B67E"/>
          </a:solidFill>
          <a:ln xmlns:a="http://schemas.openxmlformats.org/drawingml/2006/main" w="0">
            <a:solidFill>
              <a:srgbClr val="2FB67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F408CA-1480-46BD-92C0-83DFB84F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530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5A6CA6-0FA2-4EF1-92F4-B2BF23EB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715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16072"/>
                </a:solidFill>
                <a:latin typeface="Aptos"/>
                <a:ea typeface="Aptos"/>
                <a:cs typeface="Aptos"/>
              </a:rPr>
              <a:t>sur mesure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E6550F-8D8B-4706-8DEB-3B91BF59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8953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9D8E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9D8E8"/>
                </a:solidFill>
                <a:latin typeface="Aptos"/>
                <a:ea typeface="Aptos"/>
                <a:cs typeface="Aptos"/>
              </a:rPr>
              <a:t>Ce que nous garantissons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6EEBE1-6AC1-48CF-8CDB-50C78AB1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3048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Une IA utile sans banaliser la confidentialite.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085693-BC84-40DC-9104-D2202853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62200"/>
            <a:ext cx="3143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7EEF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7EEF6"/>
                </a:solidFill>
                <a:latin typeface="Aptos"/>
                <a:ea typeface="Aptos"/>
                <a:cs typeface="Aptos"/>
              </a:rPr>
              <a:t>Nous ne partons pas du principe que toutes les donnees peuvent etre donnees a un modele. Nous etablissons d'abord les regles de protection, puis seulement les usages autorises.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F0A7E8-B000-41CE-9A4B-4A556454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7338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96A"/>
          </a:solidFill>
          <a:ln xmlns:a="http://schemas.openxmlformats.org/drawingml/2006/main" w="9525">
            <a:solidFill>
              <a:srgbClr val="27496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73DB61-FB79-499A-9B42-9C9E4D7D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FD0E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BFD0E2"/>
                </a:solidFill>
                <a:latin typeface="Aptos"/>
                <a:ea typeface="Aptos"/>
                <a:cs typeface="Aptos"/>
              </a:rPr>
              <a:t>Positionnement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5D6426-6887-471B-A345-0AC3518D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2609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LLM s'adapte a votre gouvernance, a vos contraintes de conformite et a votre niveau d'acceptation du risque.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88712C-7025-4356-8080-CFBA6483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5B7E95-3200-4257-8D1A-D6EDA3E8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Africa | Confidentialite des informations clients | Support commercial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8DC1F0-D7A4-40A3-A480-1A960C04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966936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A06446-A214-4795-A936-81A7DF1D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0">
            <a:solidFill>
              <a:srgbClr val="FFFD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025117-3225-4386-8FB2-E66B913DE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GARDE-FOUS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36DCB-2B54-4CCF-A878-4D6CA3C4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Nos principes de protection avant toute exposition au modele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53F85-AFB9-4CC0-BE4C-663B4583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Notre approche vise a reduire le risque avant de chercher la performance. Chaque usage LLM est encadre par des regles de donnees et de gouvernance explicites.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E8134-66F1-4AB5-BF74-6BE4C7AD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3162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CA93B-B23D-4D0D-8DDD-B981704F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>
              <a:alpha val="9412"/>
            </a:srgbClr>
          </a:solidFill>
          <a:ln xmlns:a="http://schemas.openxmlformats.org/drawingml/2006/main" w="0">
            <a:solidFill>
              <a:srgbClr val="16324F">
                <a:alpha val="9412"/>
              </a:srgbClr>
            </a:solidFill>
            <a:prstDash val="solid"/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251840938f4229">
            <a:extLst>
              <a:ext uri="{96DAC541-7B7A-43D3-8B79-37D633B846F1}">
                <asvg:svgBlip xmlns:asvg="http://schemas.microsoft.com/office/drawing/2016/SVG/main" r:embed="R9d65cd241174431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6775" y="23336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AA8BD9-C579-4CFD-8178-E2FAD3B1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669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Deny-by-default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7F2B3-9E5C-4DC0-9360-9FB5204D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Aucune donnee sensible ne part vers un LLM sans regle explicite.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3C5BF-8660-455D-BAE3-A70EF05D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3162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7E788F-2BD5-4F04-89BA-7160E3F9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47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>
              <a:alpha val="9412"/>
            </a:srgbClr>
          </a:solidFill>
          <a:ln xmlns:a="http://schemas.openxmlformats.org/drawingml/2006/main" w="0">
            <a:solidFill>
              <a:srgbClr val="D66724">
                <a:alpha val="9412"/>
              </a:srgbClr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0cd4a461c413f">
            <a:extLst>
              <a:ext uri="{96DAC541-7B7A-43D3-8B79-37D633B846F1}">
                <asvg:svgBlip xmlns:asvg="http://schemas.microsoft.com/office/drawing/2016/SVG/main" r:embed="R548873536bbc42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67225" y="23336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19B9EB-DB88-421F-B228-B7DB1D4E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669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Minimisation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2FA83-2664-4819-B045-D779D11C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003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Seules les donnees strictement utiles au cas d'usage sont autorisees.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3C23A9-7F03-4267-B4CF-0F712A95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38350"/>
            <a:ext cx="3162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486451-1963-4CC7-AE4D-E2C08770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47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6A">
              <a:alpha val="9412"/>
            </a:srgbClr>
          </a:solidFill>
          <a:ln xmlns:a="http://schemas.openxmlformats.org/drawingml/2006/main" w="0">
            <a:solidFill>
              <a:srgbClr val="2F6F6A">
                <a:alpha val="9412"/>
              </a:srgbClr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604fda3d2e4c15">
            <a:extLst>
              <a:ext uri="{96DAC541-7B7A-43D3-8B79-37D633B846F1}">
                <asvg:svgBlip xmlns:asvg="http://schemas.microsoft.com/office/drawing/2016/SVG/main" r:embed="R449559d58f96425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67675" y="233362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E7806A-9634-4471-ABBE-CF79BF98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6695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Pseudonymisation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AD6FC4-E979-4F5A-B12B-D34D94AA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003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Les identifiants directs sont remplaces avant exposition au modele.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06E006-80BA-4CFC-9F24-B32ED8CF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6200"/>
            <a:ext cx="3162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947D7B-7DC7-442D-AED1-11B1EB0D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7D8C">
              <a:alpha val="9412"/>
            </a:srgbClr>
          </a:solidFill>
          <a:ln xmlns:a="http://schemas.openxmlformats.org/drawingml/2006/main" w="0">
            <a:solidFill>
              <a:srgbClr val="6E7D8C">
                <a:alpha val="9412"/>
              </a:srgbClr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321f95e6034674">
            <a:extLst>
              <a:ext uri="{96DAC541-7B7A-43D3-8B79-37D633B846F1}">
                <asvg:svgBlip xmlns:asvg="http://schemas.microsoft.com/office/drawing/2016/SVG/main" r:embed="Ra4b099a354e647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66775" y="41814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4F108-D9FE-4F22-BE7C-052B3845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Acces controles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339E0A-B557-4337-9D89-F67AD29C8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Les droits sont cloisonnes selon les equipes, les roles et la criticite.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829B4C-1BCB-4E64-8D73-6D2C8B46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886200"/>
            <a:ext cx="3162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7285A3-8B2C-430F-B0F3-D64CA8DF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24F">
              <a:alpha val="9412"/>
            </a:srgbClr>
          </a:solidFill>
          <a:ln xmlns:a="http://schemas.openxmlformats.org/drawingml/2006/main" w="0">
            <a:solidFill>
              <a:srgbClr val="16324F">
                <a:alpha val="9412"/>
              </a:srgbClr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1ea67ddc347a8">
            <a:extLst>
              <a:ext uri="{96DAC541-7B7A-43D3-8B79-37D633B846F1}">
                <asvg:svgBlip xmlns:asvg="http://schemas.microsoft.com/office/drawing/2016/SVG/main" r:embed="R5ee6c5eeadeb47a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67225" y="41814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C4F1C7-0583-40F7-B846-2550CEA2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148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Tracabilite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738077-61F1-4F33-B93B-40B6C9AC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482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Les flux sensibles, champs autorises et sorties IA doivent rester auditables.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9A2C77-B4CE-4E6A-A4DC-25E186ED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886200"/>
            <a:ext cx="31623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3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28E37A-B3C0-47AA-933D-5C524413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9575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724">
              <a:alpha val="9412"/>
            </a:srgbClr>
          </a:solidFill>
          <a:ln xmlns:a="http://schemas.openxmlformats.org/drawingml/2006/main" w="0">
            <a:solidFill>
              <a:srgbClr val="D66724">
                <a:alpha val="9412"/>
              </a:srgbClr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a571aad774eb1">
            <a:extLst>
              <a:ext uri="{96DAC541-7B7A-43D3-8B79-37D633B846F1}">
                <asvg:svgBlip xmlns:asvg="http://schemas.microsoft.com/office/drawing/2016/SVG/main" r:embed="Rffb918601a054c1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67675" y="4181475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422E0E-AE9A-4A5D-96DD-1A014723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14800"/>
            <a:ext cx="1905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Revue humaine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12BB9C-9D63-4B6C-A049-36A4EFC3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482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Les usages critiques gardent une validation humaine et des garde-fous explicites.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9E9EF7-E1FC-4712-ACFB-E7347D84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86450"/>
            <a:ext cx="1104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E"/>
          </a:solidFill>
          <a:ln xmlns:a="http://schemas.openxmlformats.org/drawingml/2006/main" w="9525">
            <a:solidFill>
              <a:srgbClr val="FFF5E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7C4899-60B2-4163-9329-66DF038A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1700"/>
            <a:ext cx="1047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Resultat attendu : une architecture IA qui reste utile sans exposer inutilement les informations sensibles, nominatives ou strategiques du client.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7A4271-6C3E-4562-8F73-AC77154A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4A0AF9-5F2C-4774-93B2-1D20F32D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Africa | Minimisation, pseudonymisation, acces controles, tracabilite, revue humaine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1C922D-A7CA-4C58-B8BC-8F64C8B44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863455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96D414-63CC-4B33-B0CE-FAAFEA31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E"/>
          </a:solidFill>
          <a:ln xmlns:a="http://schemas.openxmlformats.org/drawingml/2006/main" w="0">
            <a:solidFill>
              <a:srgbClr val="F7F3E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2E0E4-B2BB-4EE7-80DE-40218994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LLM SUR MESURE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3F92B-1C79-420B-8686-734E22E3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"/>
            <a:ext cx="8191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Comment nous concevons un LLM adapte a l'organisation cliente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76721-0F51-42AF-ACDF-A27780EF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85900"/>
            <a:ext cx="723900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ABE82-4567-4751-8875-839166D6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85900"/>
            <a:ext cx="3524250" cy="441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EE8"/>
          </a:solidFill>
          <a:ln xmlns:a="http://schemas.openxmlformats.org/drawingml/2006/main" w="9525">
            <a:solidFill>
              <a:srgbClr val="F4E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FCAB1-EB93-4C01-A288-5EC12500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647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7F2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B06F7-D8F8-43C7-9CD6-D97EF07A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574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6"/>
          </a:solidFill>
          <a:ln xmlns:a="http://schemas.openxmlformats.org/drawingml/2006/main" w="9525">
            <a:solidFill>
              <a:srgbClr val="F4D8C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8249F-FACA-47E3-B6E1-25FC5617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02737-F032-4D48-AFCD-919B185C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0025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Cadrage du cas d'usage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1A4E18-1DE7-4366-B1C1-66D3A72DE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2479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Identifier le besoin metier, le niveau de sensibilite et les limites d'exposition.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C878D-A11E-4216-9104-0F67B2CD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647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F925B-78E4-46DD-ADAD-ADD35C0C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670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6"/>
          </a:solidFill>
          <a:ln xmlns:a="http://schemas.openxmlformats.org/drawingml/2006/main" w="9525">
            <a:solidFill>
              <a:srgbClr val="F4D8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6295EB-9E5A-4122-98CA-8C89B47B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242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F59F8-5414-476D-9EB5-BDC698535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00990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Regles de donnees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60B48-7203-45D8-9F12-45C43D36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575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Definir ce qui est bloque, pseudonymise, agrege ou autorise sous controle.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93C42C-93F8-4C9D-9C37-803D48F94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29050"/>
            <a:ext cx="647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7F2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2BF0EC-5CC3-4CB2-9589-E4F4A080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6"/>
          </a:solidFill>
          <a:ln xmlns:a="http://schemas.openxmlformats.org/drawingml/2006/main" w="9525">
            <a:solidFill>
              <a:srgbClr val="F4D8C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EE6B51-F673-42AA-9619-35F683BB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56F2B0-69A9-430C-AAF0-326E5068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1955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Architecture sur mesure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358DB2-0C9B-4EB7-A28B-1396A6F0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67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Adapter le modele, l'hebergement, les acces et les integrations au contexte client.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DF32AF-DAB5-4CDB-9F7D-D9EA6BB6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647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4BA70B-2B66-4A18-A566-42F5A8F9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552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8C6"/>
          </a:solidFill>
          <a:ln xmlns:a="http://schemas.openxmlformats.org/drawingml/2006/main" w="9525">
            <a:solidFill>
              <a:srgbClr val="F4D8C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30733B2-CADB-4D6D-8AA4-CD339C9A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0"/>
            <a:ext cx="552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267867-0D9F-41F2-9297-92ABB988A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2419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213D"/>
                </a:solidFill>
                <a:latin typeface="Aptos Display"/>
                <a:ea typeface="Aptos Display"/>
                <a:cs typeface="Aptos Display"/>
              </a:rPr>
              <a:t>Supervision continue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A870D3-08A4-47D9-8FEA-F31ED5AC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276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20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20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Journaliser, tester, corriger et maintenir une revue humaine sur les cas sensibles.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099210-F7D0-4FC0-9D9D-6DEDDE72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6672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66724"/>
                </a:solidFill>
                <a:latin typeface="Aptos"/>
                <a:ea typeface="Aptos"/>
                <a:cs typeface="Aptos"/>
              </a:rPr>
              <a:t>Ce que le client retient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3D2785-C7C8-46C7-8034-73BDEB47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574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6324F"/>
                </a:solidFill>
                <a:latin typeface="Aptos Display"/>
                <a:ea typeface="Aptos Display"/>
                <a:cs typeface="Aptos Display"/>
              </a:rPr>
              <a:t>Une IA gouvernee, pas improvisée.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70E7EC-57EB-4305-969B-873E7CC9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38450"/>
            <a:ext cx="27051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106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Nous cherchons a fournir une IA utile, maintenable et compatible avec les obligations de confidentialite de l'organisation.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21DBB6-AE8A-4873-AEAE-D5CCA6A6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14750"/>
            <a:ext cx="2724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898D2B-BC19-40D9-9836-A718149E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9095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Nous definissons d'abord ce qui doit rester hors modele.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84319B-3510-4BAA-89E2-BBAE6789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67200"/>
            <a:ext cx="2724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338DFA-FCD0-4E2D-A576-104CA401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4340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Nous adaptons le LLM a votre gouvernance, pas l'inverse.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DDEA3E-765E-4235-9AA9-8B979DC2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19650"/>
            <a:ext cx="2724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D3C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D1D53D-5A27-402B-9D27-B709FEEF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95850"/>
            <a:ext cx="2419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8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8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Nous privilegions filtrage, pseudonymisation et supervision avant automatisation.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EA1C18-CC4E-47E4-A779-1458C128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770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3CC"/>
          </a:solidFill>
          <a:ln xmlns:a="http://schemas.openxmlformats.org/drawingml/2006/main" w="0">
            <a:solidFill>
              <a:srgbClr val="D9D3C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F3B15D-A90D-4DA3-8C6A-90866559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933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516072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16072"/>
                </a:solidFill>
                <a:latin typeface="Aptos"/>
                <a:ea typeface="Aptos"/>
                <a:cs typeface="Aptos"/>
              </a:rPr>
              <a:t>TransferAI Africa | Le bon message : une IA utile, maitrisable et compatible avec la confidentialite client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0DD0BA-C919-4F7C-A609-4A18EC55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53415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1021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021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1116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2026-05-22T11:00:42.5830000Z</dcterms:created>
  <dcterms:modified xsi:type="dcterms:W3CDTF">2026-05-22T11:00:42.5830000Z</dcterms:modified>
</coreProperties>
</file>