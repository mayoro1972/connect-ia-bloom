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dae73d0c8a49a8" /><Relationship Type="http://schemas.openxmlformats.org/officeDocument/2006/relationships/extended-properties" Target="/docProps/app.xml" Id="R17998acd86b74abf" /><Relationship Type="http://schemas.openxmlformats.org/officeDocument/2006/relationships/officeDocument" Target="/ppt/presentation.xml" Id="R4fbe6605947d49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88a6f61bdb4693"/>
  </p:sldMasterIdLst>
  <p:notesMasterIdLst>
    <p:notesMasterId xmlns:r="http://schemas.openxmlformats.org/officeDocument/2006/relationships" r:id="R7533c7dfab7348a8"/>
  </p:notesMasterIdLst>
  <p:sldIdLst>
    <p:sldId xmlns:r="http://schemas.openxmlformats.org/officeDocument/2006/relationships" id="256" r:id="R42086c7d4b8648da"/>
    <p:sldId xmlns:r="http://schemas.openxmlformats.org/officeDocument/2006/relationships" id="257" r:id="R7e0fd282dc9442f5"/>
    <p:sldId xmlns:r="http://schemas.openxmlformats.org/officeDocument/2006/relationships" id="258" r:id="R03b75ca8cf384be8"/>
    <p:sldId xmlns:r="http://schemas.openxmlformats.org/officeDocument/2006/relationships" id="259" r:id="Re572da472ba04cb5"/>
    <p:sldId xmlns:r="http://schemas.openxmlformats.org/officeDocument/2006/relationships" id="260" r:id="R3bbbcf91536d49ef"/>
    <p:sldId xmlns:r="http://schemas.openxmlformats.org/officeDocument/2006/relationships" id="261" r:id="R4a3f917d5d34417c"/>
    <p:sldId xmlns:r="http://schemas.openxmlformats.org/officeDocument/2006/relationships" id="262" r:id="R40ac46fbbdf8444d"/>
    <p:sldId xmlns:r="http://schemas.openxmlformats.org/officeDocument/2006/relationships" id="263" r:id="R07ed0087ea974bb4"/>
    <p:sldId xmlns:r="http://schemas.openxmlformats.org/officeDocument/2006/relationships" id="264" r:id="Rd4756f005de74056"/>
    <p:sldId xmlns:r="http://schemas.openxmlformats.org/officeDocument/2006/relationships" id="265" r:id="R893f4f3709e746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68d58d2a874f9f" /><Relationship Type="http://schemas.openxmlformats.org/officeDocument/2006/relationships/slideMaster" Target="/ppt/slideMasters/slideMaster1.xml" Id="R5988a6f61bdb4693" /><Relationship Type="http://schemas.openxmlformats.org/officeDocument/2006/relationships/notesMaster" Target="/ppt/notesMasters/notesMaster1.xml" Id="R7533c7dfab7348a8" /><Relationship Type="http://schemas.openxmlformats.org/officeDocument/2006/relationships/presProps" Target="/ppt/presProps.xml" Id="R426ebc8178b7494e" /><Relationship Type="http://schemas.openxmlformats.org/officeDocument/2006/relationships/viewProps" Target="/ppt/viewProps.xml" Id="R840878239cc541a6" /><Relationship Type="http://schemas.openxmlformats.org/officeDocument/2006/relationships/tableStyles" Target="/ppt/tableStyles.xml" Id="R0ee23347cb984683" /><Relationship Type="http://schemas.openxmlformats.org/officeDocument/2006/relationships/slide" Target="/ppt/slides/slide1.xml" Id="R42086c7d4b8648da" /><Relationship Type="http://schemas.openxmlformats.org/officeDocument/2006/relationships/slide" Target="/ppt/slides/slide2.xml" Id="R7e0fd282dc9442f5" /><Relationship Type="http://schemas.openxmlformats.org/officeDocument/2006/relationships/slide" Target="/ppt/slides/slide3.xml" Id="R03b75ca8cf384be8" /><Relationship Type="http://schemas.openxmlformats.org/officeDocument/2006/relationships/slide" Target="/ppt/slides/slide4.xml" Id="Re572da472ba04cb5" /><Relationship Type="http://schemas.openxmlformats.org/officeDocument/2006/relationships/slide" Target="/ppt/slides/slide5.xml" Id="R3bbbcf91536d49ef" /><Relationship Type="http://schemas.openxmlformats.org/officeDocument/2006/relationships/slide" Target="/ppt/slides/slide6.xml" Id="R4a3f917d5d34417c" /><Relationship Type="http://schemas.openxmlformats.org/officeDocument/2006/relationships/slide" Target="/ppt/slides/slide7.xml" Id="R40ac46fbbdf8444d" /><Relationship Type="http://schemas.openxmlformats.org/officeDocument/2006/relationships/slide" Target="/ppt/slides/slide8.xml" Id="R07ed0087ea974bb4" /><Relationship Type="http://schemas.openxmlformats.org/officeDocument/2006/relationships/slide" Target="/ppt/slides/slide9.xml" Id="Rd4756f005de74056" /><Relationship Type="http://schemas.openxmlformats.org/officeDocument/2006/relationships/slide" Target="/ppt/slides/slide10.xml" Id="R893f4f3709e746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0403e57c6845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20f0a67dba4904" /><Relationship Type="http://schemas.openxmlformats.org/officeDocument/2006/relationships/notesMaster" Target="/ppt/notesMasters/notesMaster1.xml" Id="R7f17cd738e6f4a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be44306bbc494b" /><Relationship Type="http://schemas.openxmlformats.org/officeDocument/2006/relationships/notesMaster" Target="/ppt/notesMasters/notesMaster1.xml" Id="R20505adae5da40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da88be70644457" /><Relationship Type="http://schemas.openxmlformats.org/officeDocument/2006/relationships/notesMaster" Target="/ppt/notesMasters/notesMaster1.xml" Id="R157ecefb3edf4c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f113c795854a6b" /><Relationship Type="http://schemas.openxmlformats.org/officeDocument/2006/relationships/notesMaster" Target="/ppt/notesMasters/notesMaster1.xml" Id="R7ff99397a87c46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d4840b19254214" /><Relationship Type="http://schemas.openxmlformats.org/officeDocument/2006/relationships/notesMaster" Target="/ppt/notesMasters/notesMaster1.xml" Id="Rea51ba21ec8044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fca7e8fdd147de" /><Relationship Type="http://schemas.openxmlformats.org/officeDocument/2006/relationships/notesMaster" Target="/ppt/notesMasters/notesMaster1.xml" Id="R08c725797b444f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8b6f47abd64537" /><Relationship Type="http://schemas.openxmlformats.org/officeDocument/2006/relationships/notesMaster" Target="/ppt/notesMasters/notesMaster1.xml" Id="Rdda2e30b190443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72b8f3977d4565" /><Relationship Type="http://schemas.openxmlformats.org/officeDocument/2006/relationships/notesMaster" Target="/ppt/notesMasters/notesMaster1.xml" Id="Ra98f04e1e2ea41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1ea5e29e7649d6" /><Relationship Type="http://schemas.openxmlformats.org/officeDocument/2006/relationships/notesMaster" Target="/ppt/notesMasters/notesMaster1.xml" Id="R9ae9f8fbcf7542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0e0f07be6d4592" /><Relationship Type="http://schemas.openxmlformats.org/officeDocument/2006/relationships/notesMaster" Target="/ppt/notesMasters/notesMaster1.xml" Id="R028e32e27b7b4d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d1398a34e4f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b2023e5bd04636" /><Relationship Type="http://schemas.openxmlformats.org/officeDocument/2006/relationships/slideLayout" Target="/ppt/slideLayouts/slideLayout1.xml" Id="R983ece6b42ec4b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3ece6b42ec4b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523008e8f4736" /><Relationship Type="http://schemas.openxmlformats.org/officeDocument/2006/relationships/image" Target="/ppt/media/image.png" Id="R24d6092a1a8d4c3b" /><Relationship Type="http://schemas.openxmlformats.org/officeDocument/2006/relationships/notesSlide" Target="/ppt/notesSlides/notesSlide1.xml" Id="R7425ce1689664b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a732dfadc43da" /><Relationship Type="http://schemas.openxmlformats.org/officeDocument/2006/relationships/image" Target="/ppt/media/image2.png" Id="R1855af25069041de" /><Relationship Type="http://schemas.openxmlformats.org/officeDocument/2006/relationships/notesSlide" Target="/ppt/notesSlides/notesSlide2.xml" Id="Recf50a8c645e4f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a78db64c3457a" /><Relationship Type="http://schemas.openxmlformats.org/officeDocument/2006/relationships/notesSlide" Target="/ppt/notesSlides/notesSlide3.xml" Id="R494ecf7f6c474f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7ec9ba0d74daf" /><Relationship Type="http://schemas.openxmlformats.org/officeDocument/2006/relationships/notesSlide" Target="/ppt/notesSlides/notesSlide4.xml" Id="Rce6447021e3c4e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6f5fb0e074f26" /><Relationship Type="http://schemas.openxmlformats.org/officeDocument/2006/relationships/notesSlide" Target="/ppt/notesSlides/notesSlide5.xml" Id="R571f230d2a9a48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661d521a1460d" /><Relationship Type="http://schemas.openxmlformats.org/officeDocument/2006/relationships/notesSlide" Target="/ppt/notesSlides/notesSlide6.xml" Id="Ra361601d7b4544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8382320494da6" /><Relationship Type="http://schemas.openxmlformats.org/officeDocument/2006/relationships/notesSlide" Target="/ppt/notesSlides/notesSlide7.xml" Id="Rfa0cb530b6434e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2ac9eb53a4812" /><Relationship Type="http://schemas.openxmlformats.org/officeDocument/2006/relationships/notesSlide" Target="/ppt/notesSlides/notesSlide8.xml" Id="Ra74433594c464d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50ef90369489a" /><Relationship Type="http://schemas.openxmlformats.org/officeDocument/2006/relationships/notesSlide" Target="/ppt/notesSlides/notesSlide9.xml" Id="Rb408cd450a494c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74e208b0744dd" /><Relationship Type="http://schemas.openxmlformats.org/officeDocument/2006/relationships/image" Target="/ppt/media/image3.png" Id="Rfb4f89043c9f4bfe" /><Relationship Type="http://schemas.openxmlformats.org/officeDocument/2006/relationships/notesSlide" Target="/ppt/notesSlides/notesSlide10.xml" Id="R71c31151027347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B8AD70-84A0-4B66-B8D0-FC21EB37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184B0-36DD-4F80-A905-15CFF22E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C3016-08D0-4A28-867E-681425D3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E486A-C5C4-49B1-B036-B9C074AC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AEDCC-F7A3-4363-8441-4C6C1309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6092a1a8d4c3b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E85A7-D55E-4355-A1F8-EDE579C8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AD5AB-07AA-4BFA-854C-BB62205B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8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08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Diplomatie &amp; Affaires Internationales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D2F4A-F10C-4BD9-B692-A42A95A3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19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Réduire radicalement le temps de veille, de briefing et de préparation des missions.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C3EE0-3FCC-4EAE-B7CB-302BF2BF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537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institutions publiques, organisations internationales, affaires publiques et structures exportatrices qui veulent mieux préparer, mieux synthétiser et mieux coordonner.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619FB-9F9E-41DA-9E21-5D62F3CF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B9D9A-E61B-44C8-93D7-7DAE71FD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94997-772B-4E84-991F-52C4D58E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81C49-F727-4CA0-AE95-49E5CBF2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48EAC-83C3-47F9-B96E-E6A5870F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99D4D-C3F3-4185-B022-F02E0EE4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Institution régionale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4FBAF-29FB-4159-BAFA-308783D7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696FE-290E-4A06-8627-0559F60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Finance / Développement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A4B22-1BCE-46CC-889C-D83BE01F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37DDC1-96CF-4CE7-AE21-77B5D8F5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Développement durable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51FEF-AD1B-40E4-ABA1-2A7AE5F6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6CF54-DDD8-45D2-A860-2F7C8830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publique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8C957-0DE1-43CE-BCC7-4DBCCC2A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A796F5-84C0-48EF-A767-3EC46B37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52A173-573D-44A5-AA5C-A60788E3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EF5ECE-50F5-4DAD-9F2F-AB9CD4F3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399679-11A2-49C2-8E1F-19EFD577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DD9D09-6350-4599-ADA1-89E6A940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E59806-3BC0-4ACA-97EC-2E9DBC35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E2D323-F9DE-4696-A7BD-345226C0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CC9573-403C-4F4A-A948-366BF33B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473CCD-8FD3-454E-996A-837EA925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5F8511-DFCF-470A-A1B4-5CD5E884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F804DA-96BF-484B-8F36-3B2F1E6E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00AEB7-E0E4-4784-8D03-79BF9B02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E1402C-520D-408D-B1EA-BACBE44B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3C11A3-823F-4C46-8FA6-3F695EE0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675AE9-6600-408F-8F2F-AC08F4BC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D2528D-6161-46C8-84B4-4A316250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7C1FA6-C1D5-451A-A643-CF11D36E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B8D268-47B9-42F6-BEF1-EA1E6B68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307BA6-09F7-4AF8-B3D0-49B03A3F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DF0A51-6827-4BEB-AAA3-45288EC4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Diplomatie &amp; Affaires Internationales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7930FB-C7FC-4FFA-AB7F-7B877024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266181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BCF496-0899-4A0A-90E5-6000FBA0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6DD63-E59C-4EFC-8EBD-16CE601D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0C8F8-0646-450D-91CA-FF4EE29D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diplomatie &amp; affaires internationales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069A3-B22B-4CF1-8276-3323159C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vraie promesse ici n’est pas de déléguer le jugement diplomatique. C’est de réduire le temps de préparation, de veille et de coordination documentaire autour de dossiers complexes.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DFD7D-292C-4469-AB25-ABBDCA82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5af25069041de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502B7-4FBE-47F1-85A0-9165BCAE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F86A2-64CE-44B4-A693-309121AA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346D1-9C25-4BE2-B2BC-587EDFF2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0EE63-744A-44D5-938D-6A66631C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527E7-57AB-463A-8294-AEE80DF0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7EC07-7421-4C22-BDF1-138C852D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0AF86-F1B1-461C-8D12-997B4ECF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6A397-BFAA-4B8E-951E-F5D31A66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Institution régionale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AC243-B292-4037-8436-2CAA72A0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56616-A29B-40E1-A9DF-261E63BC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Finance / Développement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52669-CAD4-4D84-AD21-FC29A77F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3BFD9-BAB8-41BE-B941-1A454F9A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Développement durable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098F7-DFA3-459E-A854-59EB675E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AC57C7-D302-4286-82C0-E5E2C753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publique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48C30-C93A-43AF-BCD3-A7D17055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197ED-43AD-4150-BE5B-41AD4404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Aide humanitaire / Éducation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C7A5F-5CC0-46D3-BC0E-9E04731D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AE988C-FDD8-49A7-8603-8C663DF1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58C6C8-B901-45E6-B57E-E3F7239B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056433-829D-42FE-8431-8F570ECB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224313-DBDD-4E46-ACA5-354F1B73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Diplomatie &amp; Affaires Internationales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178050-1D5F-41AE-AA37-2B966B7C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54159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6A7675-E599-499D-836A-06B77E1F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38E1B-E177-4890-801F-6E272993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C3848-D8A9-4577-87B3-A4692E09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A88A9-0AEA-4792-8F87-989AFCCA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954C1-99D7-4AFA-93B9-0455D08F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7C6AA-CFD0-4FE0-BD20-F6CA29AF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D3C7B-6374-41A2-86AF-D1311E7D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Veille trop gourmande en temps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33BF5-ADEA-44A2-A0F4-941A51B6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7CD5D-85AD-47B7-AC1D-E11170DE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Suivre plusieurs pays, secteurs, régulations et partenaires demande beaucoup de collecte et de tri.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13890-09EE-430B-9281-AE83BCBA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27322-1520-4421-979C-0B67FE5F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notes de veille et résumés préparatoires sont produits plus vite et plus régulièrement.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E156D-DD49-4385-B91D-459DE2F9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7385A-69D4-43CC-AE8C-B32A6723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F5538-F43E-4ED3-86F8-2A1B4A48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Briefings et missions difficiles à préparer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0A4F8C-1C5F-493B-8587-362E10FD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78673-1E63-48AA-9387-C6A46D1E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fiches pays, éléments de langage et synthèses de rendez-vous prennent du temps avant chaque déplacement ou forum.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6853B-F8BE-425A-9762-84A17777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4CCAD-9755-43BB-9B0B-408C360D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La préparation devient plus structurée, plus rapide et plus partageable.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7F74C2-4B62-4D05-9DD5-50310215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7C1C3-59CF-4B14-97F2-9A40BE74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66E80C-AF3F-4CCA-A266-AB92A8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Travail multilingue dispersé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EB79C-DA6E-439F-B243-9C291A3A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C542F-7350-48C4-9843-966E497C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contenus circulent en plusieurs langues sans synthèse stable entre équipes.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86A224-DE85-41DB-AE8F-7951FBDE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0845C4-B06C-4670-8754-34ABE197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documents sont plus faciles à résumer, traduire et diffuser avec méthode.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730FAE-60CB-47BE-92FA-3A72B61D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5E52A3-DFFA-4D89-BFCC-3094AFC8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E2DC10-7AE6-44E7-9997-B2D1E2F6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Coordination institutionnelle lente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AA0F94-44FB-4F34-8A65-AC14A529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271210-B5E9-42A7-B426-C6D9797C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contributions et arbitrages se consolident difficilement entre directions ou partenaires.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78402A-1C19-43C6-9CD4-8584E8D0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108F9C-CB45-43F6-9881-519C75A7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synthèses et notes de convergence deviennent plus lisibles et plus rapides à partager.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3CAAF3-9F14-4BFC-BEA0-4501FE54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C4F35C-A95A-4C0E-B267-24B23EE3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77D674-8858-42E8-BBBB-84F8849B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5D83FD-C20A-4C18-9E37-0CFF3856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39CCBE-D1F9-4B51-896D-84569CC8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Diplomatie &amp; Affaires Internationales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604754-1AF2-4DEF-8EA6-A1F06FBB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35086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9B9AE1-33DF-4E09-905D-894DBACF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0E5D0-DB1B-416B-8A8D-ABA175C9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EA507-B948-46DE-A1E1-5DB0838C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495AD-5640-4B17-8256-9B061964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7BED0-7F3E-440B-BF22-FC7308D1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3C915-2697-4E89-A165-490CCEE4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Veille beaucoup plus rapide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1B50D-4833-432D-8C9D-B6DC5B82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plusieurs zones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06949-481A-4122-A51A-0B49CCAC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pays, secteurs, risques, opportunités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68378-4A45-463F-87F5-D01CAE70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654BA-C020-43C7-87E5-8FECA2EE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Briefings prêts plus tôt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2DFF0-8B11-4A3D-AA5A-40CF8DA8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avant missions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FF590-E0DA-4984-9DEF-E9A6AE36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fiches, notes, éléments de langage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57534-AB86-436A-ABB5-C527AEFF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3CAA8-4D90-46D8-9856-07FCE14F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Coordination facilitée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674C9-43BE-4028-A3A3-62BC94B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 équipes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22C82-4B63-4EB3-A7A7-04495A1B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synthèses et documents multilingues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75F5C-A85F-4AA3-94C1-01A57ADE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60851-29A9-45D3-B403-9E02B3D1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Temps administratif réduit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E2815-B82C-4EDC-BD57-58832820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la préparation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8A2BE7-6928-4287-B3F4-BCEA6447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collecte, lecture, reformulation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6E13A-3145-4E86-A7D4-EED81ACD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CBF8A-25AB-47B1-AD84-F982A684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E0720-784C-4F1A-9014-D7A07D0D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2FA6F0-E0C7-4D9D-BB84-29432F32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C72718-8BA1-43AE-8E63-1F7CC82F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6158DC-D8FB-496F-B3AC-5B60F155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Diplomatie &amp; Affaires Internationales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1CC771-D883-4CDB-A782-7BDE78D4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43844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C89455-04A1-4BB3-B1D6-885845A2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6BC14-6C98-49DA-8DCA-172D995B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9441B-4165-4DDD-88F2-4153BC34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50484-726F-4F09-B90B-B22ECE14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EE095-AB6F-4086-8148-FC562DE5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E83C2-0B55-4AE3-BF07-41E0676F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4DAC3-0E73-4442-89C1-0062E13C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Veille pays et sectorielle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5ED90-DB0F-4A70-948E-D2529A1D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E85C1-8843-4656-8F9E-C3A90EFF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veille est fragmentée entre sources, langues et notes peu harmonisées.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A4F00-4273-407F-B2A9-E6600D39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B830C-1EA8-4992-8AD2-7AA948F3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disposent plus vite d’une lecture consolidée des signaux, partenaires et risques.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51AF6-A790-4D74-9DBD-1660D535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702D9-7B1E-4811-8DBF-CD50425C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production d’une note ; fréquence de veille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945EB-0745-4F84-BD12-E3C6DB42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855E5-8534-47DE-82D3-01E89F50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0A49F-20BC-4B77-A8BE-FAAA40C8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Briefings, missions et rendez-vous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69977-0B43-4985-B4BF-EC3CA374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08338-79D0-4F4C-B5C4-6EDF4E49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mission redemande une forte préparation manuelle.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BD2423-83EE-483D-BDFD-3AC275BD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EBC93-FC02-47BC-96A9-2855FF0A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fiches, synthèses et éléments de langage sont préparés plus vite et plus proprement.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8F7A67-406B-4792-A1C5-4398B712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4CEC0-CA4F-4FF5-831E-F65B73D9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préparation ; délai de diffusion du briefing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5632A-080F-493B-9457-85F761CA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C585A6-DB96-42BD-A986-43179055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99BB3-BAC7-458A-BD96-48C6492E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multilingue et coopération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F1EFAC-FCEA-4766-A469-8289A74F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7AFC9D-BDAF-4CFC-BFD9-7DBE8E37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contenus multilingues ralentissent la circulation et la coordination des informations.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0B035A-4BCD-4CAC-8AED-01BAD051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647EBB-C0BE-4B47-854A-81E8E4F3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notes circulent plus vite grâce à des résumés et reformulations mieux structurés.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0A074F-4C3A-4A10-ACDE-AC4AC068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87921E-8B24-4400-A700-A03C1558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Délai de diffusion ; nombre de documents traités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A6C424-D0C6-4045-952E-B7D95290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7E70C4-E855-4C84-892C-689551F0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AC18CE-3565-4538-BB3E-920B5E94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Gouvernance et technologies émergentes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BD4073-16F2-4139-91DA-1AD8F5F1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23D10B-FCD9-4EBA-A5A6-DE68C36C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structures doivent suivre des sujets IA et data complexes sans toujours disposer d’un cadre opérationnel.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26D07F-8FF0-44BF-B249-46AA4914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495112-DAF4-4D58-AFB0-C2B4F215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décideurs disposent d’une lecture plus claire des enjeux, positions et options d’action.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C8D7F1-1F2E-4D22-9038-AB0E751D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9E46A6-0BFD-4E55-9CAD-388FAD0E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cadrage ; nombre de notes ou positions préparées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A5C5C3-E7B9-4715-8351-0C5B17C8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EEC4B4-3BAB-44D5-9C35-336D3DFB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Diplomatie &amp; Affaires Internationales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900C99-5D3C-4C7B-8A7C-5D9FA6D3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03937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0F5324-6EF2-4572-A7AC-35AA8B16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96E0A-1BE2-4B93-AC92-67455A17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FC318-F385-434E-8152-4F2D91A0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C2D05-0AD4-43C0-8A2D-CB6B33B5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6D8F6-B8F0-4585-8331-E51E0308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3935D-2775-4B4E-91A8-687EF49F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37E50-5F73-462F-8231-D711A73A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Veille pays et sectorielle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B28FC-F766-4364-A6E6-791E3DB4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32D8D-00E4-4C52-BC79-47009FA5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veille est fragmentée entre sources, langues et notes peu harmonisées.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71428-4CAF-4485-B322-98413180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FEDC4-D6DF-4C68-9903-B6E71A10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disposent plus vite d’une lecture consolidée des signaux, partenaires et risques.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FFBBA-ABF6-40E4-989F-AD58F09F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951F4-BAA5-4D46-A7DE-F8DB9ABC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production d’une note ; fréquence de veille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E010A-AA64-4EF8-AC8D-C8CEC418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E7461-457C-4113-AEEA-AACA3705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E0500-B9BC-4E53-BDDA-A7A8F760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Briefings, missions et rendez-vous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5C15A-9089-434F-9D9F-6C9F836A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F7508-A5EE-4EEC-B546-655E10D0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mission redemande une forte préparation manuelle.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0BD4A-C5C0-4844-AF44-5F01990E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4CE20-61C4-4CBD-A2E0-75FAECDC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fiches, synthèses et éléments de langage sont préparés plus vite et plus proprement.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1C604-2C78-4530-BFFA-C0470220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174E6-8F20-46E8-9FCB-F6930BEE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préparation ; délai de diffusion du briefing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B5B0B8-25FD-424B-8AD8-C325CF59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130D4-EB1D-411E-9931-0FF9626D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E0E936-CDA9-4C62-B116-2AF5764E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3FEB70-7FE4-4571-9BA3-826A9F3B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Diplomatie &amp; Affaires Internationales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97C36A-9780-49D4-8686-9C35D863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09867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A080AF-267B-4FC1-8B6A-EF232B9E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2CA03-91D5-4CC5-85ED-28EC316B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63C7B-034F-4A79-8EF3-244E49B3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62BAE-7605-480A-AE86-71F05181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56BF7-43D2-4263-B9AB-1C871DA0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EF4EC-507E-4A3F-8EAF-3DCF5B9A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2E0E0-3B0A-4146-B18D-A2365A24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18B94-3BCC-4A47-B6DE-8F55A7BD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87CD8-BC13-46A5-915B-D18F82BC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328FA-7D70-4885-A06D-328DAC6F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Diplomatie Digitale et Intelligence Artificielle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CB10E-7025-43FD-A251-A4356085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A2E0C-F230-4743-ACDF-E2DC80CA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FC012-4001-47CB-A4AA-D15A2492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1ADDF-9C8A-4ADC-85A4-FC1A7EDB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Intelligence Artificielle et Analyse Géopolitique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37CC3-4196-43F1-9135-14AF2CE9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BDC7C-09B5-4E29-85D8-88C6606B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E0354-108E-46FA-872C-86224CDF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1A593-037D-49D4-9631-FA1FA563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Communication Diplomatique à l'ère de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14D91-4CBB-4F0F-ABCD-3FE640B7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0DA90A-23EA-4791-8744-015727C2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8D822-1250-4698-8615-44A91AEB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94C125-36D1-4735-9055-E11BC736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Négociation Internationale et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C8482F-1910-4D5C-B462-2495898D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F9EDE-BE1C-464C-81C2-DFDFD76F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3FA562-328E-42CA-9A12-CD8E7B11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E5F3DB-5235-40F4-AB15-A510F01C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Gouvernance Mondiale de l'Intelligence Artificielle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77A984-7607-41ED-8689-11101776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A5E22B-2DB8-446E-AC96-5A3D83DE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2F4234-7D48-4B7E-A770-F9C72AF7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BDFE81-F66E-41E6-A5A1-3A954B30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Leadership Diplomatique à l'ère de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5FCBB1-D158-4FA7-AE31-8B8094CA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FB3FAA-DB24-4BDF-8AAF-7F9AABDA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7170F8-2C37-4DDB-A8F0-85EB2AA9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le temps consommé par la veille, la préparation et la coordination documentaire.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préparer les missions, forums et rendez-vous à fort enjeu.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Structurer les contenus multilingues et les synthèses de coopération.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un cadre crédible entre gouvernance, préparation documentaire et conduite des positions.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56BD2C-66F9-4468-83A3-1D5BA71A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DDBE22-E71C-4DA0-8F20-DB35E9A3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FC9B70-2226-4DAF-AE95-D04B8DCA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DD2FE0-B483-4101-80D6-A2433BB7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Diplomatie &amp; Affaires Internationales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F7265E-DA9C-4DDF-9F2C-F07F6F8C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646044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690D6F-4BEC-4141-8B6E-767339E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F44C9-09F8-4A52-A97D-60DD73D4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43230-8289-492C-9A0F-156AD124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930DC-D11F-4442-A9FF-E8D1F419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78722-B10D-4EBA-A920-399881D3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BAC0D-27F8-4920-8709-D8EED1C7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10D3B-536A-4A87-A495-5AA15803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C5D79-1D6E-4410-9B44-F667B5E0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EF76D-6549-4264-BD6E-FD96F6CA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72B8B-329D-4E4E-8E3D-D79D3227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8D6FE-834E-43FB-A9D0-AAD73217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A4BF2-5AD5-4078-98DC-1011647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F25C9-179F-429E-AD1B-3FDB3C05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28C28-767F-4816-98E9-4FC93473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A6150-BFB6-4B56-B608-F26DE814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429B6-70E7-42EB-AB7D-0F591FC3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9E520-EC0C-4F21-B637-935A9D1D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63963D-C044-484C-9C5B-2FB363BF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D1D2A-435F-4E9F-B8DB-4BC27514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726E4D-D980-4062-A1AA-0FCE1A0C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68811-305E-4411-ABC2-55DB9F9E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7AAC5A-C8AC-4559-996F-C41EA740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75CD17-5C00-4031-982C-5E093112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6E618-AA2F-47CB-BB72-FF990E87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4D1119-0162-49B6-AA50-1E29FC72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95C6BC-FB4C-4BE7-B5E8-2CEBF522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2755DD-A2E8-4475-842E-C67F9BCD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7EB2E7-2D8E-426D-B0F6-021EFAC6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228E82-3FF5-4014-8577-45AC11DA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Diplomatie &amp; Affaires Internationales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288190-36E6-4E8C-9DE0-9AAA5B61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19684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E4096D-D1D2-40D7-AB70-9C640C58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FB1DD-7E7C-4CBF-952E-08F76FF7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273C1-D9F9-438B-87F8-04AC9F36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diplomatie &amp; affaires internationales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4DDDE-8431-464B-889E-9E466D97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67C2D-3166-448E-A814-D9177F6D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6CEDA-3C97-4C70-BBBF-B1D41A7D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D9A2F-D834-44E3-BD17-E0CF9EB7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FB2E7-2575-4FA8-82F8-F6150845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Diplomatie &amp; Affaires Internationales.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91F8B-2FB5-4492-83DC-00C35FD2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9DB6C-77C4-48CE-9374-E6E1230D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7D739-401A-4370-8306-5F16DE5F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36A27-06B1-4105-BD84-A0273F4F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F38A9-9BC7-44D3-952F-EC2276F0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E6B6E-9680-49F4-9386-B4ED300D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B46DA-F268-46DD-BACE-E974E718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FE9D5-FDE1-4E51-B31A-56803FD0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46D02-00F7-41D9-8F16-5845D18D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8FDCA-A0EB-4000-B5A8-E917A1BE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A6352-9975-4175-8C3A-63082A44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93547-2F3E-44A3-A69B-E75027D8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028A7E-1139-4C00-8F97-6F29B22E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391CC-DEAA-4559-BA26-7E9C9AE6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1E0B0-B772-4909-A01E-0B35DB39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44455C-4960-4405-8FAD-1EB7E958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70A3D-4B29-4CEC-A54F-66A029E0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4F42CC-FA73-40ED-9487-49EB5349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Diplomatie &amp; Affaires Internationales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41CCF6-444D-426D-9E12-B50409CD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575517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8ADB1D-DA3C-4E7C-B0FE-0F2CE163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E1DFE-9C61-4452-9575-A8B707EF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f89043c9f4bfe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004E9-F519-4B50-ACAB-084DAF04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541A3-B4B8-4819-93BA-21F44392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7DB88-C165-462C-9344-6A86C7F9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3ADC1-C372-426B-9045-A6FCF1E3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907B4-04DF-484A-8369-9A0A2D7C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29043-1F0F-43FB-924A-6DDD027E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A1109-0ED9-430C-BD8B-6386F6E8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1EC10-F26E-46B2-BA7A-B7938494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1B848-ABA4-46D1-8409-306AB15B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72A73-C205-4717-AB0E-A63257E4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4D402-30CE-4A9F-B505-85E25FF4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7A068-3A00-402B-8918-5919FA21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9F407-EC65-4F29-A9CD-21601039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AE4FF-D242-4908-8CCC-CE8C595F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175A3-818F-4EE0-9E08-FC1C0C90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Institution régionale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CA31E-C58E-4A22-BB53-6646636C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DBE2C-D0AC-4CDB-A7C1-890B18EF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Finance / Développement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7770A-48F9-49A1-A420-8E9A4997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22205-4CAE-4E53-A5B9-A36B5E19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Développement durable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E0D42-7C56-4558-9D25-7F07A0D1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682A9D-FF92-427C-A244-25778353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Diplomatie &amp; Affaires Internationales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B371D8-3B29-4A6D-AE6B-2DCDBC9C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0464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2026-06-12T16:04:01.0810000Z</dcterms:created>
  <dcterms:modified xsi:type="dcterms:W3CDTF">2026-06-12T16:04:01.0810000Z</dcterms:modified>
</coreProperties>
</file>