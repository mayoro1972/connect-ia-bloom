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aee78213124e7a" /><Relationship Type="http://schemas.openxmlformats.org/officeDocument/2006/relationships/extended-properties" Target="/docProps/app.xml" Id="Ree7e2b46db8a4d77" /><Relationship Type="http://schemas.openxmlformats.org/officeDocument/2006/relationships/officeDocument" Target="/ppt/presentation.xml" Id="R94539ae59cf04b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a91d6965ba44e6"/>
  </p:sldMasterIdLst>
  <p:notesMasterIdLst>
    <p:notesMasterId xmlns:r="http://schemas.openxmlformats.org/officeDocument/2006/relationships" r:id="R8f4a273456844369"/>
  </p:notesMasterIdLst>
  <p:sldIdLst>
    <p:sldId xmlns:r="http://schemas.openxmlformats.org/officeDocument/2006/relationships" id="256" r:id="R26b990a486b344c7"/>
    <p:sldId xmlns:r="http://schemas.openxmlformats.org/officeDocument/2006/relationships" id="257" r:id="R7723bcb2e0604790"/>
    <p:sldId xmlns:r="http://schemas.openxmlformats.org/officeDocument/2006/relationships" id="258" r:id="R7d2e00dce63049e9"/>
    <p:sldId xmlns:r="http://schemas.openxmlformats.org/officeDocument/2006/relationships" id="259" r:id="R0b77f8c949824f1c"/>
    <p:sldId xmlns:r="http://schemas.openxmlformats.org/officeDocument/2006/relationships" id="260" r:id="R8b4a87744def4c10"/>
    <p:sldId xmlns:r="http://schemas.openxmlformats.org/officeDocument/2006/relationships" id="261" r:id="R000049f4cef34550"/>
    <p:sldId xmlns:r="http://schemas.openxmlformats.org/officeDocument/2006/relationships" id="262" r:id="R67e989dfb0a24d4d"/>
    <p:sldId xmlns:r="http://schemas.openxmlformats.org/officeDocument/2006/relationships" id="263" r:id="R2ec6fbeb22474ca1"/>
    <p:sldId xmlns:r="http://schemas.openxmlformats.org/officeDocument/2006/relationships" id="264" r:id="R41b77f83b2a14e44"/>
    <p:sldId xmlns:r="http://schemas.openxmlformats.org/officeDocument/2006/relationships" id="265" r:id="Ra753575d103e4b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fc473651f3479b" /><Relationship Type="http://schemas.openxmlformats.org/officeDocument/2006/relationships/slideMaster" Target="/ppt/slideMasters/slideMaster1.xml" Id="Re5a91d6965ba44e6" /><Relationship Type="http://schemas.openxmlformats.org/officeDocument/2006/relationships/notesMaster" Target="/ppt/notesMasters/notesMaster1.xml" Id="R8f4a273456844369" /><Relationship Type="http://schemas.openxmlformats.org/officeDocument/2006/relationships/presProps" Target="/ppt/presProps.xml" Id="Rfc40de4df79b404c" /><Relationship Type="http://schemas.openxmlformats.org/officeDocument/2006/relationships/viewProps" Target="/ppt/viewProps.xml" Id="R7aa12b7c37e5465b" /><Relationship Type="http://schemas.openxmlformats.org/officeDocument/2006/relationships/tableStyles" Target="/ppt/tableStyles.xml" Id="Ra26dae84e8234c7a" /><Relationship Type="http://schemas.openxmlformats.org/officeDocument/2006/relationships/slide" Target="/ppt/slides/slide1.xml" Id="R26b990a486b344c7" /><Relationship Type="http://schemas.openxmlformats.org/officeDocument/2006/relationships/slide" Target="/ppt/slides/slide2.xml" Id="R7723bcb2e0604790" /><Relationship Type="http://schemas.openxmlformats.org/officeDocument/2006/relationships/slide" Target="/ppt/slides/slide3.xml" Id="R7d2e00dce63049e9" /><Relationship Type="http://schemas.openxmlformats.org/officeDocument/2006/relationships/slide" Target="/ppt/slides/slide4.xml" Id="R0b77f8c949824f1c" /><Relationship Type="http://schemas.openxmlformats.org/officeDocument/2006/relationships/slide" Target="/ppt/slides/slide5.xml" Id="R8b4a87744def4c10" /><Relationship Type="http://schemas.openxmlformats.org/officeDocument/2006/relationships/slide" Target="/ppt/slides/slide6.xml" Id="R000049f4cef34550" /><Relationship Type="http://schemas.openxmlformats.org/officeDocument/2006/relationships/slide" Target="/ppt/slides/slide7.xml" Id="R67e989dfb0a24d4d" /><Relationship Type="http://schemas.openxmlformats.org/officeDocument/2006/relationships/slide" Target="/ppt/slides/slide8.xml" Id="R2ec6fbeb22474ca1" /><Relationship Type="http://schemas.openxmlformats.org/officeDocument/2006/relationships/slide" Target="/ppt/slides/slide9.xml" Id="R41b77f83b2a14e44" /><Relationship Type="http://schemas.openxmlformats.org/officeDocument/2006/relationships/slide" Target="/ppt/slides/slide10.xml" Id="Ra753575d103e4b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a038d08e5a4f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47c5cdd7e44b74" /><Relationship Type="http://schemas.openxmlformats.org/officeDocument/2006/relationships/notesMaster" Target="/ppt/notesMasters/notesMaster1.xml" Id="Re0bcc69179394e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54b549a3864ea4" /><Relationship Type="http://schemas.openxmlformats.org/officeDocument/2006/relationships/notesMaster" Target="/ppt/notesMasters/notesMaster1.xml" Id="Rf7f7d57adf0d49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06bd4b9945491b" /><Relationship Type="http://schemas.openxmlformats.org/officeDocument/2006/relationships/notesMaster" Target="/ppt/notesMasters/notesMaster1.xml" Id="Ra5ded338e86b4b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892d93140546d0" /><Relationship Type="http://schemas.openxmlformats.org/officeDocument/2006/relationships/notesMaster" Target="/ppt/notesMasters/notesMaster1.xml" Id="R2b4831549a5549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b46737990b4885" /><Relationship Type="http://schemas.openxmlformats.org/officeDocument/2006/relationships/notesMaster" Target="/ppt/notesMasters/notesMaster1.xml" Id="Ra9b100198f7746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8c0abfb24e4e44" /><Relationship Type="http://schemas.openxmlformats.org/officeDocument/2006/relationships/notesMaster" Target="/ppt/notesMasters/notesMaster1.xml" Id="R1d8f110ed1aa44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df94c60d684c64" /><Relationship Type="http://schemas.openxmlformats.org/officeDocument/2006/relationships/notesMaster" Target="/ppt/notesMasters/notesMaster1.xml" Id="R76975cf1b01946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0568ad42114bae" /><Relationship Type="http://schemas.openxmlformats.org/officeDocument/2006/relationships/notesMaster" Target="/ppt/notesMasters/notesMaster1.xml" Id="R1bb2f3e97a9f41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dc153d8af9461b" /><Relationship Type="http://schemas.openxmlformats.org/officeDocument/2006/relationships/notesMaster" Target="/ppt/notesMasters/notesMaster1.xml" Id="R4b4d120dc83e4f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6342e00fd24303" /><Relationship Type="http://schemas.openxmlformats.org/officeDocument/2006/relationships/notesMaster" Target="/ppt/notesMasters/notesMaster1.xml" Id="R3e8344fbaa6b41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f76c55c8a41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cc019eb3ab4e43" /><Relationship Type="http://schemas.openxmlformats.org/officeDocument/2006/relationships/slideLayout" Target="/ppt/slideLayouts/slideLayout1.xml" Id="R96161eca050341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61eca050341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2eff9cbef4335" /><Relationship Type="http://schemas.openxmlformats.org/officeDocument/2006/relationships/image" Target="/ppt/media/image.png" Id="Re5f3cef3adbf452f" /><Relationship Type="http://schemas.openxmlformats.org/officeDocument/2006/relationships/notesSlide" Target="/ppt/notesSlides/notesSlide1.xml" Id="R08269699186f4f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a598a3cc64832" /><Relationship Type="http://schemas.openxmlformats.org/officeDocument/2006/relationships/image" Target="/ppt/media/image2.png" Id="R3a8509c46be343c5" /><Relationship Type="http://schemas.openxmlformats.org/officeDocument/2006/relationships/notesSlide" Target="/ppt/notesSlides/notesSlide2.xml" Id="R1da3cb9279b14d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8183404df4c33" /><Relationship Type="http://schemas.openxmlformats.org/officeDocument/2006/relationships/notesSlide" Target="/ppt/notesSlides/notesSlide3.xml" Id="Rd9a19c78929d40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d7b496d0b4ba3" /><Relationship Type="http://schemas.openxmlformats.org/officeDocument/2006/relationships/notesSlide" Target="/ppt/notesSlides/notesSlide4.xml" Id="R546f76c5fc0e44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74fdc3335430b" /><Relationship Type="http://schemas.openxmlformats.org/officeDocument/2006/relationships/notesSlide" Target="/ppt/notesSlides/notesSlide5.xml" Id="R4b208485bf5544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03d2089244782" /><Relationship Type="http://schemas.openxmlformats.org/officeDocument/2006/relationships/notesSlide" Target="/ppt/notesSlides/notesSlide6.xml" Id="R36c608a1fc174d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bccd4a01e482a" /><Relationship Type="http://schemas.openxmlformats.org/officeDocument/2006/relationships/notesSlide" Target="/ppt/notesSlides/notesSlide7.xml" Id="R2049f47b4ea74e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80ffd9e394c92" /><Relationship Type="http://schemas.openxmlformats.org/officeDocument/2006/relationships/notesSlide" Target="/ppt/notesSlides/notesSlide8.xml" Id="R246567b7696749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19fe0c987490d" /><Relationship Type="http://schemas.openxmlformats.org/officeDocument/2006/relationships/notesSlide" Target="/ppt/notesSlides/notesSlide9.xml" Id="R3c5a480a641c47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a680d1f954824" /><Relationship Type="http://schemas.openxmlformats.org/officeDocument/2006/relationships/image" Target="/ppt/media/image3.png" Id="Rf04b8d290a324a13" /><Relationship Type="http://schemas.openxmlformats.org/officeDocument/2006/relationships/notesSlide" Target="/ppt/notesSlides/notesSlide10.xml" Id="R160a49809da14e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AE427-AE8A-45C0-AC20-114B38D9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302D3-E849-40CC-BE23-5F23159F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E0654-7041-4F66-8CBC-E1D5F2C0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7AF2A-A9FA-4EE2-BF62-7B1C2CDC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27FDC-3808-4486-B07A-CE4D9B14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3cef3adbf452f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E3F87-B8DE-42EE-BA12-A7A2B686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D1F63-1830-4F50-8B71-59F8AD96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Data &amp; Analyse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671F4-9194-42B8-BE11-DAC6680D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Transformer les données en lecture métier, commentaires KPI et décisions plus rapides.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77F7C-9002-4B59-B28C-903142D3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équipes data, BI, performance et pilotage qui veulent faire parler les chiffres plus vite et plus clairement.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4538E-491B-4AAC-A33F-F6517086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299A9-B639-4279-9317-3C1656E6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DED1A-FE25-467B-BBB5-597531BE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ABD14-E80D-4EC0-9BF8-72C8F307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A4759-1A04-451E-8F9D-F3AFBA3F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AEEAE-0ACF-4316-9F7D-74DADCFF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8B86E-BBD0-4D28-A6A9-AC2B4F4E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FE0BD-114F-462F-A662-94DC4981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8262F-0B39-458D-B13F-0123376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53ACD-004B-4E51-B773-1FBFE69B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FA0BA-A271-4B2F-A6DA-F8FDB407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639B2-A7F1-4E24-A792-8C887074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Électricité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AD534-5646-4998-BD2A-958AE3C7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10548C-DF2D-4D95-8A27-9784B8F5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A3181-3E8B-4E1C-ACE5-80C745E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16E03-5444-45D1-AA1A-4245B578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AFD22-17A1-4E76-8937-49C284D2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C7D71-1C42-44F3-8316-7CC71B84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8729F-B4B1-4FD9-85EA-45BFF7A0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112E2-A8A2-4503-94DD-DF4EF1BA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0CAC13-BA87-4970-85FF-C824C806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702013-6EEF-4E72-8424-3400E94F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7B456E-0B8F-466E-B452-E686FA6B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D0FC23-DF45-42EA-8D09-15096AF6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E3847E-F360-4CB1-AA29-763A3F92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27EA26-3F45-437F-8A69-66D052DD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5D98F1-261D-4B61-9D84-5AB56CD8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73D371-0FD0-456D-92DE-3F3AD832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844DE1-FED6-47A1-93E7-2F9635A7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089F10-7524-41E0-85D3-F6065CF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8CA321-23CD-4F1B-83CA-F7C01D76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49C3A9-69A7-40BA-A26A-B261360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5D2B61-ED42-4487-B735-121A51CE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141648-9224-4B4F-8437-88F88DDF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34004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602A75-B760-46B2-A465-8554DDFD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50EC4-0B17-415F-AA8E-E14E39C6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3B2E7-DF74-4038-BE51-EEB8C2F8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data &amp; analyse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3B906-A0B2-46C0-ACFC-C312CF1B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Dans ce domaine, l’IA est surtout utile pour commenter, résumer, structurer et démocratiser la lecture des données sans affaiblir la qualité des modèles ni la gouvernance.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F0560-37C1-432D-8F37-68DFE522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509c46be343c5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18478-0D60-4E7E-8263-4817E45F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1FD01-5777-4E89-BD36-9BF05F5D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9BD61-ED2A-4AF4-A3C8-469DC634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DA96D-2B68-4E44-AEFD-1BD12661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74610-B888-463D-A3E5-83125BA3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FBC9F-9C6B-4331-A40D-FC84C280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3128A-4E16-4CD8-9668-2FF18305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A9208-0D5C-44EE-849F-7D4C8DBF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69459-B170-4A44-92CE-0FA5E60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D3ECB-2350-461C-B16F-C8865349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CC3DD-2675-4C16-845E-6CFDCA0B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C3E94-3282-4286-AC59-557FEB23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CA841-32CB-4EA8-B000-F4797BE1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8F653-E95D-45BA-B9D5-C7B85E7B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Électricité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866C0-58E4-41A3-B55B-F4024AF8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B4FAA-6AC3-488C-9BEA-FE5B8C7C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Cacao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DD987-4ED4-4FC1-BABD-668CD85F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675A9-1E5F-4894-AA5B-E157350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28F7E-AA60-40BA-912F-935448EE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65B44-D042-4F72-9450-44CC3CFC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333461-57BC-4A17-B5F6-6BD5F835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A774A-C802-42FC-82BB-6131FFA0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4728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B95CF-B128-4DB6-986B-47690C39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940C1-0647-479C-9C91-1288622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BAD91-BEE3-42B0-8662-7DC2D199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67784-B615-4B9B-BA91-E42CDDE3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87F27-E862-47F4-9389-2E9610E7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2BC08-EE74-4556-A384-BE146985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497E6-6A72-49FB-B111-BD9142F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Données présentes, lecture insuffisante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97503-B661-4CF8-BC31-A465EA48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1A920-20AA-45FD-9768-6151482F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tableaux existent mais demandent encore beaucoup d’efforts pour être compris et actionnés.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4ECC5-A39B-4BC3-8F66-2F963249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79C2E-EA6C-4058-98F5-A27F7B3D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et commentaires automatiques aident à relire les écarts, signaux et tendances plus vite.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8EB59-A1EF-4877-926B-6E93D1BB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8D864-8E33-4972-921C-CB8A1E23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AB003-C3D5-4DB9-B723-59A36F8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Préparation de données chronophage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6DC63-BB37-4778-AF35-9ADDFF21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D87F3-C50A-46BB-8CA9-25791681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nettoyage, la documentation et les requêtes récurrentes consomment trop de bande passante experte.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62B1C-B16D-4397-A198-19A1EE4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6CB18-E77B-4E82-9B47-45333B95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routines de préparation et d’explication deviennent plus rapides et plus transmissibles.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B5BBC-BA7E-4BFF-9FED-6A46B2B4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2F2E0-6933-46FC-81C7-EC08A08A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5E5EB-D397-45C6-ABB0-15BAAA51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Décideurs peu autonomes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94A7B-23EE-402F-8561-F697511C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40B0E-B607-4057-9954-C49ABED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métiers dépendent fortement de quelques profils data pour répondre aux questions simples.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C285B-7E68-469D-8492-92B1A58A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7EAF09-90B8-4855-BD7A-EA07E9AC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sorties plus pédagogiques et mieux formulées élargissent l’usage business des données.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73959-DF19-4292-972E-3070283D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3EBAB-B3D9-4AAD-8298-5C670980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825B8B-ADCB-4EA2-8FDB-83A246AC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Gouvernance parfois faible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C8860B-79DC-433C-B86F-4186683F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8640AD-70C8-47B8-BEA5-4124F7E4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sources, définitions et usages ne sont pas toujours suffisamment cadrés.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5CF3B1-ADF8-4BE1-9DC7-C00E6980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71366E-FDB3-4818-B1E5-54BF4318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règles de qualité, dictionnaires et usages pilotés sont mieux structurés autour de la donnée utile.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B7C0C3-7C42-4D6D-9E48-347BB34B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96D275-2904-48AE-94CA-FF0CB09E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609DE9-9EE8-45CC-8491-99B1DA01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F5A0EB-B3E8-455F-9095-E35A2068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7FCFA3-091F-4F6D-83C0-B8E13DB0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058AFC-76EB-4AC1-9946-4B2F5F6C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51521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78EDD9-2E72-448F-B9C2-5DF65B8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1EAC9-E5D7-4B1A-A77E-146CA3F3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175E3-693A-4130-82E9-84795094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A19B0-93DA-4411-BFC9-1F9FEAA9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4D5DC-9835-4DAA-835B-8C6BEC0C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94A79-8E78-4A38-9A0E-8C1A118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à 45 %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79B8E-ABA0-4FB1-9597-DEEB14FB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 temps de 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48BC4-EB16-44A1-BE6C-71550AF0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commentaires, synthèses,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F7F1A-BC03-4DDC-ACFE-3B2D5420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26F83-05A4-4E4B-A192-9ABD1470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rapide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89651-7AF7-4CB5-84C0-0DFD1721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écarts KPI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1EF50-75E6-4809-A3A7-1C110257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managers et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61136-40BF-41BC-8092-405D6C6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49BE8-658C-4FDA-9C6B-106B0498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Plus d’autonomie métier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7E6B8-504A-4C02-A924-9ACC7D52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demandes simples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F6867-08F2-4A5A-B8BF-E7A112CA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 et relances récurrentes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A12FE-C2B5-45CB-A294-D5C774D8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C1A4D-C38B-48BD-861A-5691D91D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Gouvernance renforcée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7EF02-C64C-47E0-8FA7-2C3D0ABB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sources et définitions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9039B-746B-4157-8928-C90B3302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qualité des indicateurs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41CCA-E161-47B4-A00F-FBBECB3F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07437-4696-4E43-8C40-5F4D12FE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CEB7F-6175-465C-9DE8-C2AA53DD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6CA0E-E231-47FB-BB7B-B1E0CF39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AAA02-98E0-437B-99A1-B28C53F9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5D11C-B6E5-4C7C-8D0D-CFF46BA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4CEC2-464B-4693-BEBF-C0CD31C0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57795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1DB42-7140-4247-A89E-887F7E7C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88C33-671F-480E-8C0E-00E4978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AB508-7ECE-4EA7-86BB-41E5BD19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4E0CE-8F37-41CF-95AE-FB75722D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52C14-A91D-42C2-9806-A1F92A91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AE0B2-975B-44F8-B6AD-CB507447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49846-059C-44F2-A750-D9DD37FD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Commentaires automatiques de tableaux de bord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B78AB-EB8A-427F-8D54-F4FE30A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B6DD2-2910-45F4-8DC2-10A0FA7A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KPI sont visibles mais peu commentés, donc peu actionnés.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90AE8-2AB1-4A06-B53E-8B7B5C39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8C78C-BE66-4345-8F2C-857231C0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synthèses claires aident à comprendre rapidement les écarts, alertes et priorités.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1ECE4-C6E8-488B-AEF6-0DB6DB2D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4A757-2D6E-443D-81E9-50A26928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des KPI ; délai d’arbitrage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381F1-9DC3-4857-AEB2-3F9D0C3D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4B04D-AB67-4359-9187-3A78E8BF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84E0B-3FEF-47CE-A0F4-BA0DD282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Préparation et nettoyage assistés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7105A-46FA-49AB-A4D3-C72506E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E48BC-E53D-4D09-A7A9-7F07948B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Beaucoup d’énergie experte est absorbée par des tâches de préparation répétitives.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A3187-2D18-4608-9492-825ADF45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3D4CB-E169-4D31-9A3D-2B4D372F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accélèrent la documentation, le nettoyage et les requêtes récurrentes.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DD608-1970-44D3-A12E-382DB716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703B1-5DEA-4832-9F22-7FFBF92D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; nombre d’itérations évitées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35FA2-2BE1-4162-8124-0481A76C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4A81F-A341-4C8E-925A-B04844BB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682DA2-34B3-472F-BFCB-FDFEA9DF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BI plus pédagogique pour les métiers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8D2D2-0203-4E55-92EF-726694D5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8E180-B053-42C7-BE9B-640A6B1F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métiers reçoivent des dashboards sans toujours savoir quoi en faire.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245439-F9D1-4255-ACFA-ED26B238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AEA91-8D9D-4BCA-B66C-949B40F1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sorties deviennent plus pédagogiques avec des recommandations de lecture mieux formulées.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A0D52-B0DE-4D6A-B5DD-F4F70268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D9547F-5820-4951-86D3-CE028444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Taux d’usage des dashboards ; nombre de décisions soutenues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27331-04C7-4BCD-BDAC-3DCE638E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6EA18B-4E3F-4F99-A8AE-77416080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1AC86-A2BF-4F13-83F2-EDFA1C7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Gouvernance des données et dictionnaires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E70FA7-0FE8-4DD5-9612-1A2C442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9D7D11-4559-49A7-994A-F69246F9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définitions d’indicateurs et sources de vérité sont parfois fragiles ou implicites.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2059DA-0A1A-45DF-9FDC-EEF83B70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922914-7E31-48E1-A364-09D9FE40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référentiels deviennent plus faciles à documenter, relire et partager.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E36AAB-E05F-4D7B-8DB8-4619590C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E2FD3A-B697-4B6D-BB54-1987C582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documentation ; cohérence des définitions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B0DE9D-A044-4523-B55C-63E3A50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6393CF-326E-4C75-868A-F72D4C29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F18949-53FF-49FC-BCCE-BEBF263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86656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06DE3-5025-4FC0-868F-EDBDABFA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F4F49-3E6F-4192-91CE-6C087077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8C1AA-8AA1-402A-B1D4-9F78C063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075F7-29F7-40B4-BBD8-49CE060A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5269-0655-4CFD-9730-F8FC760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B6314-69D0-404C-BA49-570AF1E4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63241-E13E-416A-8FC8-5DABAB3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Commentaires automatiques de tableaux de bord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DF3A9-185E-431A-8755-2E2CCCF0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C8219-48F9-4E9E-844E-9269991C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KPI sont visibles mais peu commentés, donc peu actionnés.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DBDBD-9141-49EF-920F-8C7AE999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9570D-26B7-4AEC-82CA-459A99D7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synthèses claires aident à comprendre rapidement les écarts, alertes et priorités.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36923-AA1C-4EB3-B239-F40260BF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93CD3-5CD7-4452-A530-E576F60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lecture des KPI ; délai d’arbitrage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9717D-AFC5-4445-9984-F0E76E7C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1699A-0C13-4E09-A0B7-D6BBBAB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0DB74-0A77-4D47-87EB-022EC510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Préparation et nettoyage assistés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D0DF4-1156-4C6D-A34A-D43200E9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DE471-EDD0-4177-BBD3-DB9609F5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Beaucoup d’énergie experte est absorbée par des tâches de préparation répétitives.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6F766-DB6B-452E-BBB5-8383F215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70131-0ED1-4993-A2E8-7973A31E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accélèrent la documentation, le nettoyage et les requêtes récurrentes.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EA64D-F30B-454F-A2B1-85690E6A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44A43-10F0-49B9-AD7A-9DBB1C92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préparation ; nombre d’itérations évitées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F7118-436D-4FA5-B0F9-B69D4211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78463-4BCC-4E65-8CB2-0A9C1000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FE73E-602D-49A9-A3ED-CD30FCE1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60CE3-C60D-4A54-8B98-9D2F875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6C54F-99B8-40BE-92E7-3CB051CF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2150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B7C48B-6689-4B86-A344-DE3A9B89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C9D17-EA88-418E-B252-4BB4925E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23F54-15B1-4A4A-B19F-407033B4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231A8-B295-4B21-8B69-F3203B3F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B6B60-A306-4E7B-B783-CEA60575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81FDC-0869-4256-B499-A9C6D4A3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B8D76-D0A0-4222-9906-C2477530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F4F70-DBBC-48CB-B913-82EB507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E51A3-EF10-4C62-8C3B-F92398B8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2A3C7-CC06-43D8-B36D-A8DFF23C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Power BI et Tableaux de Bord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147CD-3012-4A13-A9B2-F1094FA7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86B76-260C-496D-930C-9245DAC6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312B5-0139-4587-B1BC-6EA5E4C4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ABE49-E106-486A-BE99-764E175B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Business Intelligence et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05C55-3142-4946-8B36-17A78651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FD456-4C8F-4F9A-B8F4-B423CF3A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ADA33-6F8D-468F-897E-9CC29E1B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37329-9ECE-46FC-AE24-A3E864FD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Visualisation de Données avec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E1561-D83F-4590-96F1-DD2DC457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423F4-CDA7-460B-AF49-D3BA391D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8913D-7C34-4BE1-8E09-7AFC3DC0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E298B-2B18-4008-A232-5C2ED82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SQL et Bases de Données pour l'Analyse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636EE-A200-4243-AC65-0F383F2B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BDC12-B3CF-4CC4-9E28-391558B1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EBC95-DDDF-4C24-9599-A58B5700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2F135-19F8-4775-A65F-629F986F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Nettoyage et Préparation de Données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29440-7DC9-4BEE-9E02-693C77D0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31850-335F-40D6-A35B-2DB23227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6CB7E6-54A4-4E13-BEA5-BC10F807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812EE0-34CA-494F-9774-BB2469DC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Gouvernance des Données et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F2DF4-0D06-4F67-BEFA-E1520569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D7C6A0-EA8E-4482-B604-9587C0C0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31880-6CDA-4317-8019-EA2DD54A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Faire de l’IA un levier de lecture métier des données, pas un simple effet de mode analytique.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charge de préparation et de commentaire qui pèse sur les profils data.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tableaux de bord plus lisibles pour les décideurs non spécialistes.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Renforcer la gouvernance des définitions, sources et règles de qualité.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5683FB-2EC5-4090-8AD4-FD4FAA5C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C3671D-9222-4A18-9AA2-06DFCE3C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8D3A1C-66BF-4EBC-8121-CB069E01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1FDF73-73CD-4D7C-9381-849EDB5D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F60566-1F7F-49E8-9549-8F99AFAD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131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9D095C-BECA-4935-A754-8919921A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0041B-CF80-4EE6-B4C3-69C96306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74BBB-5C19-4EEA-BD53-E8A459FD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E8158-7A2E-42EC-880D-1A44ED15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8D640-A2AA-4057-9D6B-DD7A602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AD330-C52A-4F9A-AED4-7A82C69D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F98EE-8153-4971-8439-055B2A7C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4B65B-EEF0-42FB-A669-FAFD9F05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C6C27-EB4C-4D65-B4A5-E87C5CCB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BA251-EA50-44D5-BE93-798FCEEB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0C30A-4289-4958-A993-80C9DB79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0CDB3-C4BC-4448-9462-64225E8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A3138-D148-4960-A72C-BF418AE1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B74B9-D43D-459C-86AC-E2E7D221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B57DE-2EF4-4DAB-8845-DD045719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92D1B-3C7D-4DE3-9138-8D5276EC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AB539-9FF3-4F71-AB9F-43686828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F8C91-411A-49E8-B6E9-9D30CD72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E848E-6518-4290-9704-D7462C4D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D876B-9B62-49B1-8FCF-ADC343FF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61C84-2D9C-469E-9494-8168B409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9A21B-9684-4CB9-B8B3-1CC02BE4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464D9-27D9-4298-AE42-870188C4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2662F-744C-4790-A1D2-B21CF89A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92E94-0124-4D1F-891A-698D60F8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C5507-80D0-4510-9C61-C9A50B2F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D0F1C-5256-4C7A-A044-9E400D1D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DFDDD-C698-47F8-9FE6-9DBF9F96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1581EF-18B8-4475-A3AE-66A51727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43444F-B5DE-4470-B366-1275E692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0350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96D38-0822-4FE1-A834-B49F6022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6BF24-F77C-40C8-9F72-D964E2D0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58B69-6AD6-4269-9D3F-D863A2C0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data &amp; analyse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5D85-EED5-44F2-BFE2-F527C673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EA398-D54A-47D9-B1BB-2D993544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5A444-D6D5-470E-979E-47CC11E0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1AE1E-9B52-4ADE-AD39-600A100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96361-E0BA-4A99-A662-802D186F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Data &amp; Analyse.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6BE4B-7932-4B8F-B461-9E814869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B8560-2B1B-408D-AF90-4B60680E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97A91-9F90-4411-927A-F95C7458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9C61C-BFD4-43A8-8F19-B72CB185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61C8B-93DE-4375-B83B-161C8DF1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6C474-A175-4BFD-AB87-7C34B6A2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ADCDE-43C5-4E90-AEFE-5420682B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7758A-14EE-4755-9D19-F968697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E8AE8-AD09-4DDA-872F-2C1BF379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B818B-97E0-4824-BD67-735FEB00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52B3D-FCF0-4067-8FBC-3450A021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610E7-C46B-4337-B3FA-013069EC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51EA4-4499-4D5B-A77D-AC449B51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4FE3D-7954-4F08-BE51-3ED16BFC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BC3DB-D111-4C92-B8D2-F830D4DE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1CB70-C3BC-4558-9DB8-3F84C90F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02074E-1082-46E4-BE44-435D3233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42E94-008A-49D9-9991-F8A7F7DF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BB114-8C49-4F3D-B5C7-68A2F27D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93974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787C42-EDDE-4399-964E-3CBE8C0F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BFEC7-8639-4395-87A1-6A28EECA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b8d290a324a13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CD68C-A517-4ACB-AFED-B0D3FCB4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4DF84-7399-4AEA-BFAB-06FFB02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7280B-F12A-4A20-A514-F4E25882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D44C9-D222-4572-88E2-B230553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92063-202D-4BF9-A386-26DC52CA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19EBE-DF32-404A-877C-DA5CE8E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9D563-918D-4102-9EBC-F8AEAB90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D3548-A470-4E8D-B6AE-42A407B5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C99CF-E4D5-4125-BBC2-CC414EC5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D7560-529D-420A-992D-2CD87700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2DC17-385A-4699-BF0C-DF136853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0827B-5E25-49BD-A51E-A18B1F96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C8BA4-E0EB-44B5-B90F-323123A1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6676A-02EA-4202-974F-9B43203D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8871A-B54C-4C16-8FF3-4E644740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C215C-F32A-4324-B684-3CCB8D06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96487-16F3-4864-BED2-E7817833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4080D-100B-4EDA-B3F5-E23ECA85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2B6DE-7B3C-40C5-A24E-2199769C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02CC3-B1A0-4E3D-868A-139E02D3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8255E-C2B9-4685-A19E-57EA080D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Data &amp; Analyse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DB003-2BF4-41A2-9A23-92418115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5465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2026-06-12T16:02:08.2210000Z</dcterms:created>
  <dcterms:modified xsi:type="dcterms:W3CDTF">2026-06-12T16:02:08.2210000Z</dcterms:modified>
</coreProperties>
</file>