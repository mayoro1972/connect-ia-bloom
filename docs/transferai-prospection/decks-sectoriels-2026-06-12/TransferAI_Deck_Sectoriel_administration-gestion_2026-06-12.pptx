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6bcba5af5840a1" /><Relationship Type="http://schemas.openxmlformats.org/officeDocument/2006/relationships/extended-properties" Target="/docProps/app.xml" Id="R87db2dc71d73484a" /><Relationship Type="http://schemas.openxmlformats.org/officeDocument/2006/relationships/officeDocument" Target="/ppt/presentation.xml" Id="R7af61076f03843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98f945c71e4406"/>
  </p:sldMasterIdLst>
  <p:notesMasterIdLst>
    <p:notesMasterId xmlns:r="http://schemas.openxmlformats.org/officeDocument/2006/relationships" r:id="R0641574f3e8d4526"/>
  </p:notesMasterIdLst>
  <p:sldIdLst>
    <p:sldId xmlns:r="http://schemas.openxmlformats.org/officeDocument/2006/relationships" id="256" r:id="R07becd67bf0345cd"/>
    <p:sldId xmlns:r="http://schemas.openxmlformats.org/officeDocument/2006/relationships" id="257" r:id="Rc52ae12e9dbf4d76"/>
    <p:sldId xmlns:r="http://schemas.openxmlformats.org/officeDocument/2006/relationships" id="258" r:id="Rb5fdee2ea9284f32"/>
    <p:sldId xmlns:r="http://schemas.openxmlformats.org/officeDocument/2006/relationships" id="259" r:id="R5bc39f7270914602"/>
    <p:sldId xmlns:r="http://schemas.openxmlformats.org/officeDocument/2006/relationships" id="260" r:id="Rf714dccf8aa445e0"/>
    <p:sldId xmlns:r="http://schemas.openxmlformats.org/officeDocument/2006/relationships" id="261" r:id="R4ee4c6ad1c4c4b9e"/>
    <p:sldId xmlns:r="http://schemas.openxmlformats.org/officeDocument/2006/relationships" id="262" r:id="R6d081833916540d2"/>
    <p:sldId xmlns:r="http://schemas.openxmlformats.org/officeDocument/2006/relationships" id="263" r:id="Red4723131d2d4fe1"/>
    <p:sldId xmlns:r="http://schemas.openxmlformats.org/officeDocument/2006/relationships" id="264" r:id="R2c3b8bb47d4e4e5d"/>
    <p:sldId xmlns:r="http://schemas.openxmlformats.org/officeDocument/2006/relationships" id="265" r:id="Rfe7a4ab24dd04fb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4b9efb4df74668" /><Relationship Type="http://schemas.openxmlformats.org/officeDocument/2006/relationships/slideMaster" Target="/ppt/slideMasters/slideMaster1.xml" Id="Rb598f945c71e4406" /><Relationship Type="http://schemas.openxmlformats.org/officeDocument/2006/relationships/notesMaster" Target="/ppt/notesMasters/notesMaster1.xml" Id="R0641574f3e8d4526" /><Relationship Type="http://schemas.openxmlformats.org/officeDocument/2006/relationships/presProps" Target="/ppt/presProps.xml" Id="R052109bba6134224" /><Relationship Type="http://schemas.openxmlformats.org/officeDocument/2006/relationships/viewProps" Target="/ppt/viewProps.xml" Id="Rd21bac2fb9bb44a3" /><Relationship Type="http://schemas.openxmlformats.org/officeDocument/2006/relationships/tableStyles" Target="/ppt/tableStyles.xml" Id="R66cd7df678f649dc" /><Relationship Type="http://schemas.openxmlformats.org/officeDocument/2006/relationships/slide" Target="/ppt/slides/slide1.xml" Id="R07becd67bf0345cd" /><Relationship Type="http://schemas.openxmlformats.org/officeDocument/2006/relationships/slide" Target="/ppt/slides/slide2.xml" Id="Rc52ae12e9dbf4d76" /><Relationship Type="http://schemas.openxmlformats.org/officeDocument/2006/relationships/slide" Target="/ppt/slides/slide3.xml" Id="Rb5fdee2ea9284f32" /><Relationship Type="http://schemas.openxmlformats.org/officeDocument/2006/relationships/slide" Target="/ppt/slides/slide4.xml" Id="R5bc39f7270914602" /><Relationship Type="http://schemas.openxmlformats.org/officeDocument/2006/relationships/slide" Target="/ppt/slides/slide5.xml" Id="Rf714dccf8aa445e0" /><Relationship Type="http://schemas.openxmlformats.org/officeDocument/2006/relationships/slide" Target="/ppt/slides/slide6.xml" Id="R4ee4c6ad1c4c4b9e" /><Relationship Type="http://schemas.openxmlformats.org/officeDocument/2006/relationships/slide" Target="/ppt/slides/slide7.xml" Id="R6d081833916540d2" /><Relationship Type="http://schemas.openxmlformats.org/officeDocument/2006/relationships/slide" Target="/ppt/slides/slide8.xml" Id="Red4723131d2d4fe1" /><Relationship Type="http://schemas.openxmlformats.org/officeDocument/2006/relationships/slide" Target="/ppt/slides/slide9.xml" Id="R2c3b8bb47d4e4e5d" /><Relationship Type="http://schemas.openxmlformats.org/officeDocument/2006/relationships/slide" Target="/ppt/slides/slide10.xml" Id="Rfe7a4ab24dd04f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1abe16ac274b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5c55380e9c4d64" /><Relationship Type="http://schemas.openxmlformats.org/officeDocument/2006/relationships/notesMaster" Target="/ppt/notesMasters/notesMaster1.xml" Id="Rf76da4bb3ad746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6124927601416f" /><Relationship Type="http://schemas.openxmlformats.org/officeDocument/2006/relationships/notesMaster" Target="/ppt/notesMasters/notesMaster1.xml" Id="R26c02b54af364d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bdfbbadb2f4716" /><Relationship Type="http://schemas.openxmlformats.org/officeDocument/2006/relationships/notesMaster" Target="/ppt/notesMasters/notesMaster1.xml" Id="R4b3a1580ad5045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b0d710957e43fb" /><Relationship Type="http://schemas.openxmlformats.org/officeDocument/2006/relationships/notesMaster" Target="/ppt/notesMasters/notesMaster1.xml" Id="R2d157214917a49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00f0f5a04542c9" /><Relationship Type="http://schemas.openxmlformats.org/officeDocument/2006/relationships/notesMaster" Target="/ppt/notesMasters/notesMaster1.xml" Id="Rab884efc2fdb4c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542dedf0604354" /><Relationship Type="http://schemas.openxmlformats.org/officeDocument/2006/relationships/notesMaster" Target="/ppt/notesMasters/notesMaster1.xml" Id="R6019e5481f6e4d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ece4e598f94ddb" /><Relationship Type="http://schemas.openxmlformats.org/officeDocument/2006/relationships/notesMaster" Target="/ppt/notesMasters/notesMaster1.xml" Id="R4414044088ac46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e5a798467946b9" /><Relationship Type="http://schemas.openxmlformats.org/officeDocument/2006/relationships/notesMaster" Target="/ppt/notesMasters/notesMaster1.xml" Id="R2420250481fc42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8c3afec82e4188" /><Relationship Type="http://schemas.openxmlformats.org/officeDocument/2006/relationships/notesMaster" Target="/ppt/notesMasters/notesMaster1.xml" Id="Rb9ee9be9e43d4f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673f8186b14ff7" /><Relationship Type="http://schemas.openxmlformats.org/officeDocument/2006/relationships/notesMaster" Target="/ppt/notesMasters/notesMaster1.xml" Id="R06cad2462ab34c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daad5d13ee46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380b7b7c404797" /><Relationship Type="http://schemas.openxmlformats.org/officeDocument/2006/relationships/slideLayout" Target="/ppt/slideLayouts/slideLayout1.xml" Id="R9fbc84e588d54b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bc84e588d54b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94875c2d342f4" /><Relationship Type="http://schemas.openxmlformats.org/officeDocument/2006/relationships/image" Target="/ppt/media/image.png" Id="R1d5464ae356f4fb3" /><Relationship Type="http://schemas.openxmlformats.org/officeDocument/2006/relationships/notesSlide" Target="/ppt/notesSlides/notesSlide1.xml" Id="R4c07507a001d4c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fbe240f6e4d46" /><Relationship Type="http://schemas.openxmlformats.org/officeDocument/2006/relationships/image" Target="/ppt/media/image2.png" Id="R2a6be86e69314fac" /><Relationship Type="http://schemas.openxmlformats.org/officeDocument/2006/relationships/notesSlide" Target="/ppt/notesSlides/notesSlide2.xml" Id="R135892442e1444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d5a1208ba482c" /><Relationship Type="http://schemas.openxmlformats.org/officeDocument/2006/relationships/notesSlide" Target="/ppt/notesSlides/notesSlide3.xml" Id="Rd013f7b8b11e48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008245e3f4464" /><Relationship Type="http://schemas.openxmlformats.org/officeDocument/2006/relationships/notesSlide" Target="/ppt/notesSlides/notesSlide4.xml" Id="R76cdd75d602541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60d984d08432f" /><Relationship Type="http://schemas.openxmlformats.org/officeDocument/2006/relationships/notesSlide" Target="/ppt/notesSlides/notesSlide5.xml" Id="Rcbbd58325ca148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e785fbae94018" /><Relationship Type="http://schemas.openxmlformats.org/officeDocument/2006/relationships/notesSlide" Target="/ppt/notesSlides/notesSlide6.xml" Id="R97b3912f6cc140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196842a494565" /><Relationship Type="http://schemas.openxmlformats.org/officeDocument/2006/relationships/notesSlide" Target="/ppt/notesSlides/notesSlide7.xml" Id="R1563a59fb99a47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e1546507248f6" /><Relationship Type="http://schemas.openxmlformats.org/officeDocument/2006/relationships/notesSlide" Target="/ppt/notesSlides/notesSlide8.xml" Id="R6b7f6085963b44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201f166e4402d" /><Relationship Type="http://schemas.openxmlformats.org/officeDocument/2006/relationships/notesSlide" Target="/ppt/notesSlides/notesSlide9.xml" Id="R89613dfdd54b41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5c14c331b4f29" /><Relationship Type="http://schemas.openxmlformats.org/officeDocument/2006/relationships/image" Target="/ppt/media/image3.png" Id="R009aec98215f4108" /><Relationship Type="http://schemas.openxmlformats.org/officeDocument/2006/relationships/notesSlide" Target="/ppt/notesSlides/notesSlide10.xml" Id="R675d8b4ae5db465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298AD1-33D1-4361-9426-377FD448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8AB0C-CE15-48D1-98C0-86F08AC0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37205-9139-43CC-8246-ADDE5D84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A5F1D-407E-4F15-9C7C-77BCA822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2010E-8B07-4734-B989-F96F2D94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5464ae356f4fb3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6F965-B354-4B91-ABE2-3354B4D8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E84A7-ECC1-47F8-A561-E6EA7A82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Administration &amp; Gestion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E49825-85E4-4266-9BB4-C5CD5E1E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521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Rendre les processus administratifs, achats, stocks et suivis plus fluides et plus traçables.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7FDFBA-E78C-4A21-A937-8003C763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5372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directions administratives, opérations, approvisionnement et coordination qui veulent réduire les tâches répétitives et mieux piloter l’exécution.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2E10E8-A85F-4A61-A4D3-F560A710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C8D93-D3FA-40F3-AD8B-10865281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0B5D8-B4CA-4CFC-8044-8E71CFEF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19806F-1357-4B61-984B-75496424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000B36-F3A9-4301-8BA2-CA7167D4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8AF8B1-DF6F-455B-B81C-D95FAD30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Administration publique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C1123D-B5F5-4827-BAC3-E158FB51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2D5EDC-209F-485D-A18F-C627FADE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Administration / Numérique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B4E85F-6B08-4A4D-B0E8-C69EF970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2BEB12-B0A6-46D9-BCCC-E1F53050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Industrie alimentaire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9040BE-F66A-4902-BD1B-66DDCC76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D9B052-2E29-473D-A104-345F8361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/ Conseil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73E8CD-2EB9-4D17-B90E-706100C8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A8D9FC-86C8-4C26-85AD-BCDDAC67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972843-98F8-4495-8B59-CDA31D1F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B0E05B-64BA-4A46-A62D-BB66137D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1812BE-6EA7-4991-9F83-8E4B5584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7312A7-C4C7-43C8-B495-12897D77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88D42F-822D-4456-B88A-D6F3D19F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4A6350-5E75-4BBC-91EE-8461C39F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78741D-6BCF-4925-846E-033748D1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8DF371-EC48-4F06-A469-7DAA5EB6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1A0FDD-CA1B-47D2-8A74-DE60974B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1D7E3A-F832-4442-B6C6-660156D0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51ABB1-D79B-40AD-870C-6B396805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8706D5-AF20-49BB-94F4-194B2679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2A2234-8618-4A9A-A60C-9C0DC859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464387-DDA8-4469-BABB-3AD46C22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C9D0FE-B079-4B1A-BB5C-6DF25214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BDADC7-3CBA-497A-B921-C5B3695D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A6DAF4-6072-4186-B79A-2030912B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266507-AD1F-4335-8941-77FE63C2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FFCE57-792D-4194-8765-F2F84D2C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Administration &amp; Gestion | Deck sectoriel premium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3D0101-54B0-40D9-A429-74333D3D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467265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234AEC-0CAF-443A-83CA-633A44AC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43A1A-6380-4AD9-9CCE-9D6BCC6B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A79E1-3D1C-44E2-ADE5-AD36CA38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administration &amp; gestion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3FE66-34B0-46FC-AD28-468905D7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valeur ici se voit quand les processus administratifs deviennent plus rapides, plus lisibles et moins dépendants de manipulations manuelles ou de chaînes d’e-mails.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11140-D990-49B3-9277-02AD2A5A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be86e69314fac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99CD71-BBFB-474C-9848-B6BE8DC8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29435-5645-4A96-B80B-09EE1826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93CEE-F67C-412F-9379-95BF57AC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756C8-D02F-4591-973B-30747981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30E57-A616-45EC-ABBF-60A01B00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0BA615-A4E7-4E3D-8F42-8E974257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E172E-AAE9-40A8-A61C-7D6376DE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043448-79FC-41D2-ACDA-D773F3FB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Administration publique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7DDA68-72B2-4B3E-AE92-5007605D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4B9805-43D1-4458-8FE2-DE9357C9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Administration / Numérique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1C9E01-B9B9-4BAC-929C-59F73D21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CEC5CB-96C0-4C1D-AF76-3495D6BD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Industrie alimentaire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279219-A955-4F26-B640-60966181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673A23-C78C-46D1-AE53-EFD0E7E8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/ Conseil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9C23E3-2AA1-43D0-95C6-55AB30C2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321ED4-CAAB-4876-A90B-36EFDB55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Distribution automobile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38BD16-09FF-4F95-A70A-111A933B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0977FD-07BE-46B7-A4AD-02992858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8CD7F2-F056-4387-88A5-C5F4DDF1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53000"/>
            <a:ext cx="421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CAB04F-B069-46B0-90C6-840BE55C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B90F82-3478-4865-A6C6-55A6D400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Administration &amp; Gestion | Positionnement et preuve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54F0AE-277A-4646-9CE2-597917C0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541949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9B6359-5716-47F4-BF0B-865164A6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9AB94-F251-4845-BAE2-8FF8E1A4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4D481-9AB5-4E7B-86CD-D026FB67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B57A1-4788-40AA-886B-392D0BB8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9503E-6979-4D39-A64C-1E2F931F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C7E7A-72CE-4CB5-91AE-5E6554D8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8C8FA-2345-49A9-8A76-F13A9D32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Tâches répétitives omniprésentes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A9D0D-4F70-4286-B007-0041751F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6C713-402A-4BA0-BA71-E32D9384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Courriers, validations, suivis, tableaux et consolidations créent des goulots d’étranglement quotidiens.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4942A-FE1B-425D-B63B-9CC3E080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5880E-F53B-4382-B746-D25B8071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workflows critiques gagnent en fluidité, en cadence et en qualité documentaire.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CF0F3A-888F-4976-8CA4-AE676CAF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62C0D6-8783-46D5-8AEF-BC5CA784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BCC27C-77D1-4A27-8459-C412FE95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Achats et approvisionnements peu lisibles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B80C96-F775-4C01-B6D3-B19C5C76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DEE45A-D25E-469A-AE26-F64FA199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relances, priorités et points de blocage sont difficilement visibles à temps.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71C129-5F75-461A-A247-2FD16241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38CCC5-7BF5-4D4D-AE70-B2016A2B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disposent de suivis mieux structurés et de rappels plus cohérents.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81BE62-D804-45D7-87B9-35776927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49B3C7-63B1-43A2-A913-C52F3A46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F7F42A-DED7-49CA-9756-73728BD0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Documents mal classés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985C4C-995E-4416-8F83-91C6CCB8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AFA80F-CE24-45AB-A07A-CD721FD9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pièces utiles se cherchent longtemps et les versions circulent sans repère stable.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55C5BB-1773-44CC-B577-2D0C6FEE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87972B-816D-4964-9FDB-B41279C5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La gestion documentaire devient plus simple, mieux rangée et plus exploitable.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D75E3E-7538-4A2A-BE5A-A5B28129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BB3F9C-B5C0-4300-94D8-BF801C46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665564-B854-4F28-9AF0-88577295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Pilotage administratif fragile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F0BC15-A851-4073-991F-8AE39499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D557AC-A022-4527-A88B-E6897B78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managers disposent de peu de lecture rapide sur les délais, suspens et points de friction.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081FE9-D8B9-4CBE-B8EE-423CAB46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1C9676-CF07-4F35-B5DA-5AAC198E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indicateurs administratifs gagnent en visibilité et servent davantage à arbitrer.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BBC013-A74A-417F-8A6C-D481834D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E39840-71F5-489D-8717-6F5057D3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C606F1-377A-4716-AB80-6E77B718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32AB3D-BF07-4504-AD11-FF3D6416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46BADB-893D-49F1-8162-D08C8F2A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Administration &amp; Gestion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BA5DCE-1FF9-481C-B3A0-85A4B121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711942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E2CC65-9B3B-4D6B-B34E-9FCF12B5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F51BC-6189-4527-A2FC-1B186E6D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49A2D-9136-4A83-A7C4-4B79EF6E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F7DEE-2961-49D5-876A-7487EEA6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9ACD4-3082-4579-A27E-8737B0E1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ADFD5-B86B-4DEA-9349-0E9126DE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25 à 45 %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9E7A57-0FB3-4859-B355-728D0C62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le temps administratif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0F2861-FF87-4182-BE6D-B4E310A4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saisie, suivi, relance, synthèse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C38733-B4CF-494C-A909-B75B883D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24D894-BFAC-4719-B6C4-3FFCF835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Plus de traçabilité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B479F0-178E-4E31-8670-95C4108C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les processus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F71DF-7CD8-4E5C-BA08-D82D3FA8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validation, dossier, archivage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177697-74E6-40A0-99D6-275178DB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EEEAF-DF3B-46CD-A8D7-0056A7F1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Meilleure coordination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03774A-36B4-4265-ACA6-124BEEE1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entre équipes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58C6EA-EB7E-44A0-A97B-7523FB22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achats, opérations, administration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5C50FA-6A5C-43BB-96D6-404B8B43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ABBEDC-77DC-41E0-9D36-F82AAD5B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Lecture plus claire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084751-334A-4315-AD97-0CD26A61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pour les managers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2C5FD8-A9D8-456E-9F24-BD88A4B4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délais, suspens, points critiques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EB3CDA-4F75-4C19-B76E-3393A360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0C33CB-7644-444E-9F4E-9AC1D6D4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27C85C-B1E8-4815-9B1C-A8F56783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E9D92D-BAD9-4A94-9272-DF228571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2FE7C2-6815-4A42-A075-C3CBFACF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C665CB-D821-4066-86C4-E3157B7E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Administration &amp; Gestion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756A45-727B-48D9-9C2C-7A7C3F8C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354417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53E690-781E-4AB5-A723-BB2A17EC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AF07A-392A-4EF6-BF56-59EBFC54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750CBD-0F59-4B52-9812-6E45CA49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0CCA2-7289-4E16-B567-B34C89C7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364E1-D1D9-48EE-A431-927B6537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F0A0C-86F2-43AA-9AA3-A070196E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EA611-F122-46A8-B679-DB17D1BC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Automatisation administrative ciblée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126DD7-FE58-49EC-9198-E46862C0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17266-4345-4ED1-B16D-D1CFFF1A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équipes multiplient les manipulations manuelles pour des flux très répétitifs.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E35BC-81B5-4E35-BDFA-FCAF5CA1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F5B3F-6EFC-45EB-B104-497FD2AA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séquences documentaires et de suivi gagnent en vitesse et en cohérence.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4E26D-4B6F-4C79-AC65-8C995F22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9566E-E1CD-4900-B3B3-06F2DD25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cycle ; nombre d’étapes manuelles éliminées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E14E0-B9DE-42F1-A7DB-9119EB54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F16333-6316-4EEA-8831-AE652AF3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A86839-54C7-4F50-AADB-8DC9F082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Gestion documentaire intelligente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8A755B-BF9B-4AA4-BB86-BAAE64FC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3073A0-CBBD-418D-9319-E0847917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 temps de recherche, classement et reformulation reste trop élevé.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DD56EB-CEA4-4EB0-860B-8D4CAE39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81B99D-A6CA-4EB8-B48B-3C4F6902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documents sont mieux rangés, plus faciles à retrouver et plus simples à exploiter.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7EE130-51EA-48F9-A46D-B6F00139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3F0877-A6D5-4F83-9BB2-6D2E190F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recherche ; qualité de classement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BA35A5-E650-4D70-9CD9-27B052BF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08BD85-90DA-489F-A753-36D3A7B5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55CC6D-B66C-491F-87A2-A9918594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Achats, stocks et approvisionnements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742F9A-3FFA-45A5-A31F-D98977C1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AF0FB7-6C27-4599-A759-6E41A192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points de blocage remontent tard et les suivis manquent de visibilité partagée.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E9A047-5941-4D7C-BFFD-4B7FB57D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A9E3CB-4A32-4BD2-B535-4AB30F57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lisent mieux les priorités, relances et besoins critiques.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6E044A-5F1B-4293-ACFA-439B4A83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5EBAD5-3E2D-422B-A76E-CE403999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traitement ; nombre de ruptures ou retards détectés tôt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3BA8B0-DD18-4E42-A6F5-DE3F6A69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8EA5DD-0684-4BCB-B62F-999653F4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ED6332-827A-45C2-8F59-29C20F5F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Tableaux de bord administratifs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400A2F-107D-471A-B509-6388AE70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4DB54C-BF92-427B-9496-CD21CC6C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managers reçoivent les chiffres sans commentaire ni hiérarchisation claire.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8E456A-C140-4BAD-80BA-A2336C59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BC556D-10AE-4733-8B35-A1317898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KPI administratifs sont mieux commentés et plus actionnables.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F8EC16-9ACA-4068-A30B-34F9BB0B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8CBDF3-E276-45DF-8BFA-B56E9E67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reporting ; réactivité de pilotage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C66989-198E-4DC6-A02E-D54A30BB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A63F71-058A-442F-881F-7F25BBFA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Administration &amp; Gestion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681BC6-9BCB-4C42-9FC8-F1CE9249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7956703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BDE98A-41B5-4C7A-B086-E2926FE0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13819-A950-4EA8-977C-4CDB40D5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0F985-1AA6-40ED-A7C8-9688ACC8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8F4D4-38CF-4F81-B60A-EFEA0B5C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9BA51-BB46-42A8-95CD-5F8638A8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4EF47-4349-4B92-B24F-8AA931C3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078EE-13AF-4503-A845-0A5E1657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Automatisation administrative ciblée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5F505D-D74D-4ED7-ACF9-9ED6ECDC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924F0D-5883-499B-ACCE-6BC69094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équipes multiplient les manipulations manuelles pour des flux très répétitifs.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4D55F-87F6-4398-981A-791255E2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479B20-0685-4E2F-AB1D-E4FA5A28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séquences documentaires et de suivi gagnent en vitesse et en cohérence.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1CE0EC-27D4-4328-B426-233038F4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AFCAD-F6FF-43F7-BB32-D0021167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cycle ; nombre d’étapes manuelles éliminées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C70742-6A5A-4922-94B3-E08E61DC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52ECF2-5394-4D92-86F8-B69DCAAB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3E0878-053E-43DE-97AA-FF1C0802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Gestion documentaire intelligente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B79F2B-88E3-4EFD-A572-BF093090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24090A-36CA-4F6D-8728-62E17B04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 temps de recherche, classement et reformulation reste trop élevé.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5B9A06-5742-465E-865E-94E83376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0AEB65-FFA3-4E95-961C-D10D79BC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documents sont mieux rangés, plus faciles à retrouver et plus simples à exploiter.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1EE5FF-25A4-4AF2-938D-3CEA7197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AB62BE-B9DF-4C6D-906B-E3B23379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recherche ; qualité de classement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4743B4-1A9D-49FE-BB9D-1D866986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C88F65-CF3E-4769-96CD-737142C1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B796BB-E4A9-4B82-B0A6-D7BE680F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18A156-09AF-44AC-A67C-246400D7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Administration &amp; Gestion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01FE1B-5E42-4299-8340-514421B4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47260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CC729C-DF70-4339-9C56-B2D2CF5B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A630E-9E63-4957-AE76-2F8104A8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3324C-FBC2-4965-BC3D-F03FA0F2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0335E-F671-4022-9041-5F1D85D4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C3D97-5C1D-4F08-8467-75411D36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08764-F4A6-47FA-B909-5E707B4C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F4AA9-3849-4BA6-8DB1-49043329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7753F-487E-46F1-9124-B8DD305C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2F1C4-FB78-440A-B659-E56C5B74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70D626-1CAD-49C9-90D5-96497D4F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Automatisation Administrative avec l'IA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FDD88-4ECD-4F01-858A-CDF765DD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E353AB-2FED-4733-A50C-C2F19DDD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8CAB36-5B48-4E72-9407-98B3D2F5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E07968-7A1E-47F0-8EE5-BE407CC0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Gestion Documentaire Intelligente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6D2BFD-6CEC-4F12-9A4B-B6CDA69E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E89FB3-2934-452D-8272-E51F6AEA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FF175D-95C9-4211-82FF-FC885A9E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2F9ADC-72E5-4ABB-8E93-FDAD178D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Planification et Suivi des Indicateurs avec l'IA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B85A30-884F-43E1-B0C4-E6CB635D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D353A2-262C-480B-B006-8DE5B1D3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4A5C13-89E9-4A1C-9F5A-D8103F22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11B784-5E16-4848-9AEE-7D5047DF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Gestion des Achats et Approvisionnement 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05E6C6-BCDB-48F2-AEF8-3F694A6A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5BD2C9-3AAE-4F10-A4B0-505648DB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E65269-6C99-4F6C-A675-A860E289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EF9E53-B25A-4E4E-8373-AC23230A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Optimisation des Processus Métier avec l'IA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ED3A2B-3CD1-4ADF-BBE0-C56D25AD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8E49A6-6E24-4F4B-B601-37F73CF3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13CFE1-C07A-4A73-B87F-5EE8AB57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33AAA2-440F-4294-9002-AC14D050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Tableaux de Bord Administratifs avec l'IA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28612E-F8DD-4123-BD6D-F4817928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18400C-53C5-47FA-8194-985913B8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CB33CA-9BC5-4060-B6D4-0713FE47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Fluidifier les workflows sans lancer des projets complexes dès le départ.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Mieux ranger, retrouver et partager les documents utiles au quotidien.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Donner aux managers une lecture plus nette des suspens, retards et anomalies.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Réduire la charge répétitive qui ralentit les fonctions support et opérations.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ABB08B-6CB5-4753-94C8-D0AB9BA9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C79331-7813-4B53-A8E7-2F045CC0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6C013E-8B07-4BAE-808C-50345AC9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CEF342-B79E-4B33-B836-616253A6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Administration &amp; Gestion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3EE791-3EC0-46EB-BDC2-B64D7F66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9246166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622F39-DC26-4F4E-88A5-62EEAF1A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DCBFC-A56B-455D-974E-B677CA68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DB5D1-AF27-4029-BC1E-A3606F81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FC57C-C644-4DA3-98BA-E8E1324D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07C06-E010-4655-8F60-F1E60E38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FF979-AAA4-4145-B4A6-499A2746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3C6BF-CCFF-48A1-933A-E74093E7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52B51-BBF0-4A76-B668-4DA04AE0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6C48E-16DB-4458-98A6-F53D521A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C4BB52-CC12-49CC-ACC7-C2F06717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B474BB-6975-406F-814F-C9DF25F3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DFFE0-2E24-4A12-AD9A-AB769271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736E6-6D05-4881-93C9-71A622B2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FC696-240D-4AD7-9367-C7850397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14A2DD-6411-4A97-8DAB-915D0AF1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4D15E4-3C3D-471D-A40F-43F4DA4F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EDA2C7-A6E6-41B4-AC52-33F6B3EB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D8B92A-CDEF-4CCA-B37F-0FF00F6D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DDBDFB-CC61-4FD0-BBA2-2EF38FB9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15FA69-52A2-4B26-BCF2-CB2DD24D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547EF5-3401-47AB-B7AD-67D5C1D8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D1A64F-D877-4F79-B197-CF37CC11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4F8768-1EF9-46D0-9D38-12B1F0C8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5E217A-1EAA-4AB5-9CAB-926CC814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659AF4-0528-4573-B368-F97F649E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D1D006-F16F-4F27-B831-D02EF5EF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B53082-B5D0-45CA-A7E2-6C1E0F52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4F5FF6-80D5-4915-B5AA-9E233C66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32D81A-B0DD-465C-A521-78834596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Administration &amp; Gestion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7B790B-7E65-4BFE-B2F5-097528ED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5672667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7B1638-8799-48AC-9AB6-C3BAABB0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A694F-A8AE-4B49-BA77-0054AF3D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0F72B-B35A-4BB2-9C9A-5CDD9907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administration &amp; gestion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0AA85-BB68-42D9-82F7-BDE161E6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01A53-77E1-40AA-A045-72B3BAE3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C8207-1AF9-4AF7-BBD7-8C36CB52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1AC71-2F80-46A8-9467-0A873CCD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93D29-49F5-4A3A-BC24-E58F9DAA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Administration &amp; Gestion.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FFC9B-AAEC-41E5-8E86-97C604EA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3CEE08-5EA5-4BAF-832F-8703D532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2CAA30-1B52-4249-AF70-AC9BB921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3AF235-20BC-4E03-A7E7-D30BFCE2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B4D5A0-4CDE-4901-95BC-C2422647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7D8E2B-1EC7-47F8-92E7-1179B99B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47214E-8319-45A2-A2C6-C6DDCD98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EAB1E7-5A52-400D-B45E-33809FF2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D9D1A2-AAC9-41A8-BF5A-DAC5BC44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6CF387-07BE-4F2C-96C7-B4706387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11653D-0C9F-457F-BBD3-F53D622D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06AEAD-66A5-41D7-8DF9-C6CF52EA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157776-DDA7-4DB6-A985-B6C4F1EF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43BDA5-111C-4052-87E8-5DD65FC5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910C38-3C90-4EB5-89A6-4890B5D8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9049E9-5816-467C-BBDA-EE129696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3C2D5F-7B02-4A00-8EE6-7D1C5452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4C8E24-AD1C-45E6-9AC5-311A7318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Administration &amp; Gestion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72E588-CD18-44F9-AE64-D7A9E5F9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2699265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FA3B56-28AC-47F5-957B-3A3A2A52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CCEDB3-6628-4EFC-9A24-D55A0DBF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aec98215f4108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FD7AF-DE76-4064-9901-C5839080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71617-F1C1-48A4-B8E8-2B21CD40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D7371-E671-43BA-9581-D9F3B25C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23B00-C793-4289-96B2-E8CA0BEB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E39DA-F2E0-40DD-9795-D269AB95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BE36C-B29F-422C-B4AD-1FEA7466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9CF3F-3D0C-40E6-989C-A1E66C17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1CCA6C-CB73-4BD5-8742-4E9843E8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274103-6751-4362-AF52-3CCE5CCF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A01257-060B-4AC0-88E8-FE57F3BA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A93A3-2D93-4222-833C-540649B6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E11D01-E624-442F-90CF-2F267B64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03DCAC-732B-496E-935A-5B78FDEE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1335C5-885F-4B9F-BA77-C3183138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CF1B94-0447-482E-AE99-BEC64525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Administration publique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2521CC-DE83-4518-8A38-F64A696F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5A9E05-15CF-4CDF-9650-1506AB7C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Administration / Numérique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464992-20C4-4D43-850D-F2379F68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1C40D0-92B5-44F6-BEDC-0B77B1C6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Industrie alimentaire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79D995-082B-4FA8-8622-61C774A6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7B2CD5-C282-4EF3-957E-FF246A95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Administration &amp; Gestion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4CEEAC-144A-4A5E-9797-3C6D14DB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819129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2026-06-12T16:02:19.5510000Z</dcterms:created>
  <dcterms:modified xsi:type="dcterms:W3CDTF">2026-06-12T16:02:19.5510000Z</dcterms:modified>
</coreProperties>
</file>