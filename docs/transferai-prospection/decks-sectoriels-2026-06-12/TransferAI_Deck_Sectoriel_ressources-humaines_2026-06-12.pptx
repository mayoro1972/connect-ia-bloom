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9801d963264bf4" /><Relationship Type="http://schemas.openxmlformats.org/officeDocument/2006/relationships/extended-properties" Target="/docProps/app.xml" Id="Rd192aab34b314cd5" /><Relationship Type="http://schemas.openxmlformats.org/officeDocument/2006/relationships/officeDocument" Target="/ppt/presentation.xml" Id="Rda81d46534bd42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02636fcd7241ff"/>
  </p:sldMasterIdLst>
  <p:notesMasterIdLst>
    <p:notesMasterId xmlns:r="http://schemas.openxmlformats.org/officeDocument/2006/relationships" r:id="R1396fe0478254452"/>
  </p:notesMasterIdLst>
  <p:sldIdLst>
    <p:sldId xmlns:r="http://schemas.openxmlformats.org/officeDocument/2006/relationships" id="256" r:id="R266ddcc6c9044263"/>
    <p:sldId xmlns:r="http://schemas.openxmlformats.org/officeDocument/2006/relationships" id="257" r:id="R892bd82852e74a87"/>
    <p:sldId xmlns:r="http://schemas.openxmlformats.org/officeDocument/2006/relationships" id="258" r:id="Rd4b4005dae7a47a0"/>
    <p:sldId xmlns:r="http://schemas.openxmlformats.org/officeDocument/2006/relationships" id="259" r:id="R30ff8a2563e14cb8"/>
    <p:sldId xmlns:r="http://schemas.openxmlformats.org/officeDocument/2006/relationships" id="260" r:id="Rf4560f7e7f004f32"/>
    <p:sldId xmlns:r="http://schemas.openxmlformats.org/officeDocument/2006/relationships" id="261" r:id="Rfe17756087894aaf"/>
    <p:sldId xmlns:r="http://schemas.openxmlformats.org/officeDocument/2006/relationships" id="262" r:id="Ra5e06d4f84a94fc1"/>
    <p:sldId xmlns:r="http://schemas.openxmlformats.org/officeDocument/2006/relationships" id="263" r:id="R49d3cd0c55a74536"/>
    <p:sldId xmlns:r="http://schemas.openxmlformats.org/officeDocument/2006/relationships" id="264" r:id="R84e0d2f0e7ac4485"/>
    <p:sldId xmlns:r="http://schemas.openxmlformats.org/officeDocument/2006/relationships" id="265" r:id="Re8550444be3b4b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4df77a4ac74da3" /><Relationship Type="http://schemas.openxmlformats.org/officeDocument/2006/relationships/slideMaster" Target="/ppt/slideMasters/slideMaster1.xml" Id="R9302636fcd7241ff" /><Relationship Type="http://schemas.openxmlformats.org/officeDocument/2006/relationships/notesMaster" Target="/ppt/notesMasters/notesMaster1.xml" Id="R1396fe0478254452" /><Relationship Type="http://schemas.openxmlformats.org/officeDocument/2006/relationships/presProps" Target="/ppt/presProps.xml" Id="Rdebe283531234254" /><Relationship Type="http://schemas.openxmlformats.org/officeDocument/2006/relationships/viewProps" Target="/ppt/viewProps.xml" Id="R69744d867cc240a1" /><Relationship Type="http://schemas.openxmlformats.org/officeDocument/2006/relationships/tableStyles" Target="/ppt/tableStyles.xml" Id="R3a729a3b828945b2" /><Relationship Type="http://schemas.openxmlformats.org/officeDocument/2006/relationships/slide" Target="/ppt/slides/slide1.xml" Id="R266ddcc6c9044263" /><Relationship Type="http://schemas.openxmlformats.org/officeDocument/2006/relationships/slide" Target="/ppt/slides/slide2.xml" Id="R892bd82852e74a87" /><Relationship Type="http://schemas.openxmlformats.org/officeDocument/2006/relationships/slide" Target="/ppt/slides/slide3.xml" Id="Rd4b4005dae7a47a0" /><Relationship Type="http://schemas.openxmlformats.org/officeDocument/2006/relationships/slide" Target="/ppt/slides/slide4.xml" Id="R30ff8a2563e14cb8" /><Relationship Type="http://schemas.openxmlformats.org/officeDocument/2006/relationships/slide" Target="/ppt/slides/slide5.xml" Id="Rf4560f7e7f004f32" /><Relationship Type="http://schemas.openxmlformats.org/officeDocument/2006/relationships/slide" Target="/ppt/slides/slide6.xml" Id="Rfe17756087894aaf" /><Relationship Type="http://schemas.openxmlformats.org/officeDocument/2006/relationships/slide" Target="/ppt/slides/slide7.xml" Id="Ra5e06d4f84a94fc1" /><Relationship Type="http://schemas.openxmlformats.org/officeDocument/2006/relationships/slide" Target="/ppt/slides/slide8.xml" Id="R49d3cd0c55a74536" /><Relationship Type="http://schemas.openxmlformats.org/officeDocument/2006/relationships/slide" Target="/ppt/slides/slide9.xml" Id="R84e0d2f0e7ac4485" /><Relationship Type="http://schemas.openxmlformats.org/officeDocument/2006/relationships/slide" Target="/ppt/slides/slide10.xml" Id="Re8550444be3b4b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72b0a68cbe4a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523f3210044a7e" /><Relationship Type="http://schemas.openxmlformats.org/officeDocument/2006/relationships/notesMaster" Target="/ppt/notesMasters/notesMaster1.xml" Id="Rf856eb68ac4941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b8d86c2038439b" /><Relationship Type="http://schemas.openxmlformats.org/officeDocument/2006/relationships/notesMaster" Target="/ppt/notesMasters/notesMaster1.xml" Id="R7d352c8206af40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9bab85e0034b71" /><Relationship Type="http://schemas.openxmlformats.org/officeDocument/2006/relationships/notesMaster" Target="/ppt/notesMasters/notesMaster1.xml" Id="R36a59b9ab92140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5d5219bc4e4e4f" /><Relationship Type="http://schemas.openxmlformats.org/officeDocument/2006/relationships/notesMaster" Target="/ppt/notesMasters/notesMaster1.xml" Id="Rd5ddd51b9ee547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7dc934f8e94720" /><Relationship Type="http://schemas.openxmlformats.org/officeDocument/2006/relationships/notesMaster" Target="/ppt/notesMasters/notesMaster1.xml" Id="R680195ba3c6443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0d32fca90844c0" /><Relationship Type="http://schemas.openxmlformats.org/officeDocument/2006/relationships/notesMaster" Target="/ppt/notesMasters/notesMaster1.xml" Id="Rdabd93baf2f44c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9e9c7c579847c3" /><Relationship Type="http://schemas.openxmlformats.org/officeDocument/2006/relationships/notesMaster" Target="/ppt/notesMasters/notesMaster1.xml" Id="Rc9ad003b1fea4e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a684ce77734114" /><Relationship Type="http://schemas.openxmlformats.org/officeDocument/2006/relationships/notesMaster" Target="/ppt/notesMasters/notesMaster1.xml" Id="Ra1154d9d4eee41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bf5d218ecc454b" /><Relationship Type="http://schemas.openxmlformats.org/officeDocument/2006/relationships/notesMaster" Target="/ppt/notesMasters/notesMaster1.xml" Id="R39c3998d3bee44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ea80a029eb427e" /><Relationship Type="http://schemas.openxmlformats.org/officeDocument/2006/relationships/notesMaster" Target="/ppt/notesMasters/notesMaster1.xml" Id="R7f489d2b638a43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c8bb3edd04c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39a4ef5ee44f05" /><Relationship Type="http://schemas.openxmlformats.org/officeDocument/2006/relationships/slideLayout" Target="/ppt/slideLayouts/slideLayout1.xml" Id="R545d2caaa6914d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5d2caaa6914d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5d790de204bcd" /><Relationship Type="http://schemas.openxmlformats.org/officeDocument/2006/relationships/image" Target="/ppt/media/image.png" Id="R3139450eb832442e" /><Relationship Type="http://schemas.openxmlformats.org/officeDocument/2006/relationships/notesSlide" Target="/ppt/notesSlides/notesSlide1.xml" Id="R7d07ab8c506b4c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d959778604b4f" /><Relationship Type="http://schemas.openxmlformats.org/officeDocument/2006/relationships/image" Target="/ppt/media/image2.png" Id="Rbaceecbb31a342d9" /><Relationship Type="http://schemas.openxmlformats.org/officeDocument/2006/relationships/notesSlide" Target="/ppt/notesSlides/notesSlide2.xml" Id="R28725df9fa4046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310fecf904ac9" /><Relationship Type="http://schemas.openxmlformats.org/officeDocument/2006/relationships/notesSlide" Target="/ppt/notesSlides/notesSlide3.xml" Id="Rc2a8f93c0bc040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95d8bec4c4a22" /><Relationship Type="http://schemas.openxmlformats.org/officeDocument/2006/relationships/notesSlide" Target="/ppt/notesSlides/notesSlide4.xml" Id="R32eb94ca021748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58d53ba2d481d" /><Relationship Type="http://schemas.openxmlformats.org/officeDocument/2006/relationships/notesSlide" Target="/ppt/notesSlides/notesSlide5.xml" Id="R72fd79a6f8be4f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2bd20862643d2" /><Relationship Type="http://schemas.openxmlformats.org/officeDocument/2006/relationships/notesSlide" Target="/ppt/notesSlides/notesSlide6.xml" Id="Rf7ce8049e8094b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846391c514936" /><Relationship Type="http://schemas.openxmlformats.org/officeDocument/2006/relationships/notesSlide" Target="/ppt/notesSlides/notesSlide7.xml" Id="R4ee133c3db984a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9afbca0d34ffc" /><Relationship Type="http://schemas.openxmlformats.org/officeDocument/2006/relationships/notesSlide" Target="/ppt/notesSlides/notesSlide8.xml" Id="R4c4383236c6545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bc25e9d7e4798" /><Relationship Type="http://schemas.openxmlformats.org/officeDocument/2006/relationships/notesSlide" Target="/ppt/notesSlides/notesSlide9.xml" Id="R07befcdbf26d4d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ebe0ddc0649ef" /><Relationship Type="http://schemas.openxmlformats.org/officeDocument/2006/relationships/image" Target="/ppt/media/image3.png" Id="Rb00bcd9fe16a4750" /><Relationship Type="http://schemas.openxmlformats.org/officeDocument/2006/relationships/notesSlide" Target="/ppt/notesSlides/notesSlide10.xml" Id="R9499fc50d8f647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B8ABEE-F119-4910-B08F-D5E91D95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E12AB-3876-4A86-BBF1-E5BA604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A6FD4-282B-46E0-9B94-B57E1249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1C628-5A63-4A1D-816C-7607A304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9B618-3009-4D0D-AA10-1DFEA2E3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9450eb832442e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0713C-B44E-4079-8AFD-30C0A92A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B2BDB-4989-46A5-992D-0E806BBA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Ressources Humaines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3C22C-7E97-479B-A8FA-BB518319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Structurer le recrutement, l’onboarding et la diffusion des pratiques RH avec une IA gouvernée.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A74A5-CDD9-439B-B1D7-BEFEAA8D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directions RH et talent qui veulent gagner en réactivité, en cohérence documentaire et en capacité d’accompagnement des managers.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C0C29-94AC-42A2-BD45-5D3E528D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2B21A-9052-4C05-B0CE-827203BC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1260C-E6AC-45CE-853D-F8D303F1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140B4-6087-45CF-8B10-210E117D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8D180-FD3F-4AB6-9795-D4A260DD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07F68-0C00-47A6-907A-F6FCB3D1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RH / Recrutement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602CC-906F-473B-9D45-CBD3A0FE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D8ED0-F905-43C0-8FDA-CF2211CD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0BF15-6D4E-487F-8602-DE05D20D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7ACC7-2F69-453B-BFB3-65D28FD1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BE496-DCF5-41D7-8680-027FD2A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0AAC37-76E3-4383-A3BB-3482F969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154A8-64CF-406F-AE99-22A3CB1C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FE9E25-0DE6-47CC-A8C1-42703205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E4AA1-4449-4250-A9A7-EBCE6084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D4830-058D-45E7-8FE0-449B3540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BDF40-5BDF-43FC-ADBC-46AF970C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24E15-ECC0-4FC9-85BA-853592B9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4EEDC9-2435-48EA-BDB7-5CD71181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BC4AF6-9C39-4473-B7AD-31CEAED9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392EA3-1198-488E-B717-8965C048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CAA700-F930-4BD2-81A0-92ECC7BB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6BC1D2-FCCF-4763-8DE4-55CD5785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1FEFBF-471D-4A49-9A30-EC97165A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6C9600-2FC7-4BC3-9293-471B4789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A35183-FC7E-4E7D-8159-BE819653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885896-08B7-43CD-B797-A8190E7D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4E68C7-F4C6-4D8B-97F8-4A23C18D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15819E-B19C-42B7-A2BF-30DE98CD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1AC97B-D81E-4366-8A39-F6696FFB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8FFD4A-060B-488B-80FE-DD4A90F9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2C76D0-1C22-47F1-A424-B52BA01F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1F63AF-57CF-4DE6-9CCA-E6E3862E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EAC4D8-4A90-43A2-BB27-C1D0F367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637074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C989AD-21F4-4FBF-AB99-EBEB1465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C87C7-A1AE-44D9-8383-8BD19BD4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8BE48-EFC4-464F-BE7F-7AAD56EB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ressources humaines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8E4C5-86E3-4B2F-847C-9EB46E06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bon angle RH n’est pas de remplacer le jugement humain. Il consiste à réduire les délais, sécuriser les processus et mieux accompagner les équipes et les managers.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EB71D-D36B-437A-86D5-4626005B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eecbb31a342d9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4E26D-D346-4ED5-A95F-39C08D2E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F3735-EF17-43E2-BD8F-8A548C42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64BC1-E199-43FC-88DD-3F841749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8C5F6-FB24-4AB9-AB91-C2EE7DA7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0422D-8F93-4026-B3EE-8C3E8444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DEBE6-5225-46F2-B48B-F6450C63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84852-AACC-4C5F-88A2-1B8000BB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1CB69-7CD8-4F7E-97B4-C5F491F0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RH / Recrutement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CDB47-20AF-47B7-880E-1F88F75A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526E5-04BC-4136-8ACF-2838AC4E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AEAB0-A6B1-4F8D-A405-A4BC3F8E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84575-B78A-4829-98D2-98585520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48E50-C92D-4754-ABC5-94F14DE8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7BC0E-FC93-45BA-A423-4CB561C9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A0B3B-983C-49FC-9B5D-3EE4ECCD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3DE209-4CA4-4ABA-9D3B-E504B45B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Formation professionnelle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8070C9-3FD7-4680-8E93-D3EF1638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28540-D8DF-40AB-9A81-A4D10C00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BBA54-9FC9-4F91-9C75-68A8934C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A77300-F9E5-4751-880E-39119DF4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2F3F11-A89D-48A4-BFC2-64FDE373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78B01B-8A0A-4531-8C27-9EE59A6C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73582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8AA05E-477F-437D-9F7E-DDDF1F6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25F2F-3CD3-48CA-8C38-1819059E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12BF8-3D14-4610-9A40-336EE660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9379B-C705-4A78-BDCB-40E7C2A9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A5A1F-E087-4AD1-BCE1-DF37FFF1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C7AA0-8870-4A9A-85CA-E3FC7A35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4EDD1-1FE0-46E7-A518-102D2AB3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Recrutement chronophage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15708-3E1F-4E0A-B490-0E6F67DA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41987-1004-4537-AAC2-0F6A7A70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candidatures, présélections et comptes rendus d’entretien consomment beaucoup de temps dispersé.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CA801-BB5B-4AD6-93A1-16C11896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D7F35-CA94-4DD8-9D0C-C5AD4F8D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 tri, la préparation d’entretiens et les synthèses deviennent plus rapides et plus comparables.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D5325-CACC-4CA8-AF01-404EA62F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91021-BAA7-4233-8A53-88DB6EC9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3B986-3E18-42D5-B2D1-EE7D5B56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Onboarding inégal selon les équipes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9697C-5856-434B-B8D8-57BB8394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5000F-1379-4009-A5B5-8B2BD7F3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L’intégration dépend fortement du manager, du site ou de la disponibilité des référents.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D2F21-74F9-4402-B914-34ABC629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A180C-C263-44E5-9D92-F8A0B32B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parcours et kits d’accueil mieux structurés homogénéisent les premières semaines.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8851D-64B9-47C7-A07D-25F20BC4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EC769-6A3D-4A3D-AD96-B57848E7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709DD-0D02-493F-B64E-4E9C216C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Documents RH peu standardisés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6D1419-CA42-457E-9E5D-D44417B8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E33CB3-5D3A-44E5-B247-58F337E6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Comptes rendus, communications internes, fiches de poste et notes RH sont produits sans méthode stable.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0D42BF-8A83-4A8E-B2B1-3B7A7AB0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E6170C-A58D-49A0-A90F-8BFAB518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modèles et workflows assistés améliorent la cohérence sans alourdir l’exécution.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DE246B-679B-4C56-A0B7-435834D8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70B68D-D231-429D-83E6-FBC805B3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808160-66F1-4A0F-BD28-038862E2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Faible visibilité sur les signaux RH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725B76-2AD3-4AEA-B7D4-2679855E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8863A9-4E7E-48CF-85F8-BCBA9CC9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climat social, les retards d’intégration ou les besoins de formation sont repérés tardivement.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39FE54-1D75-48F9-B9B7-04A41F2E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37170C-409B-4DA1-A436-01EBFBDF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L’analyse assistée met en lumière les signaux faibles et les priorités managériales plus tôt.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A0E791-06F1-4765-B8FD-CA081A40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61CF9D-E5D7-463A-AB93-2E4CF17C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CC5BD3-319D-49FD-AD8A-365FAEB1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E3C211-3DAC-4800-8DD0-3E028B32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338C00-58D5-4F4B-9761-79775C7B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256765-DFE0-43C1-8AF8-C3A7348A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42368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DD6FB1-A903-477B-8545-82390782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07A75-EA22-4F16-A4CE-B7649476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5F890-F098-4E6A-9F01-02CC4B52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6EF20-81C2-4829-B9F1-DE745403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49772-0E5B-458C-8AF1-A0C8DA98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46CC4-A88A-46F9-B771-3040AB63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25 à 40 %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341DB-C451-4E4D-B9AA-5026A349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 cycle de recrutement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24318-8CE2-4050-AF3D-DB46BEE6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tri, synthèses et préparation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26E06-A6E4-428F-913E-157B2DD3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F767B-56C2-46F3-A8A7-206A37D8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Onboarding plus homogène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1D724-0B99-4560-9A6F-BBA1A6BB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plusieurs sites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77194-B9B4-4551-80CF-00FACF81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kit, parcours et réponses types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9C8F7-0B9F-4972-9BBD-86B8717B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D816C-59B1-4BEE-9078-C79A3529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Moins de redites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D8CDC-236E-440C-A057-AF2AD286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managers et RH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8A9C0-4626-4082-AF00-A0CF451F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 fréquentes et documents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B82EA-64AE-4E39-974A-9AF8A570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D70DE-820C-4DB5-876D-468730A5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Décisions mieux documentées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2C5CC-2314-4608-A8E4-6D22A202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talents et performance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01769-F963-4CD4-B5CA-29F34D56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synthèses et indicateurs RH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302D2-9094-4F2F-8721-7BC7D003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FE654-A114-4254-A456-DA68FC64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4B875-730D-4638-BA06-B4FFCBDD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A26FA-5E14-4F3B-8727-012CBD56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7D6246-9280-4C7C-ACA1-22B6B64D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6D8F06-80A6-4072-89D0-29083F39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D7603-D225-4694-8415-14AB0A5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317400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75375B-3075-4BE2-B43C-E7541037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CEBDB-4CB4-44D3-9FB5-A21C015A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004E0-4121-4C2E-99FE-5CC1141B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C5DC3-AB57-4090-8D4C-914BE98A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BDC3F-B602-4297-B096-D19DA046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33468-9EB7-4FA3-855C-EEF54DA3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40F42-965F-4F94-8572-E863BE4F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Sourcing, tri et synthèse de candidatures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FC719-272D-44F0-9A4B-4F1476EC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BC264-E2AA-4248-9047-0E19E303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traitement initial des candidatures manque de vitesse et de comparabilité.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42882-1A18-4CAE-A649-1F141612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C3DF1-CB23-4DB2-9078-10910E79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premières analyses, résumés et questions d’entretien se préparent plus vite et plus proprement.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F3ADA-18C6-4D70-9617-D3FF78B9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3FAF4-9D12-4FF2-B5A3-785EDCF3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présélection ; délai avant premier entretien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EE468-2C14-4843-9C60-942FEF2E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3FBB1-719E-4F4C-A027-DA2DF109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D00D6-A85F-4B16-B9E5-B9BCF577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Onboarding structuré et assistant RH interne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DDDBE-FBFD-4811-A148-B96A58B1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B7DAD-70FF-4444-94C3-25AD35D9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nouveaux entrants dépendent trop des réponses ad hoc et de la disponibilité des référents.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397280-28E4-4A22-A896-CD4E5EB4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97B061-EA50-4C31-B2B1-32ACB4A9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assistant encadré redonne les bonnes réponses, procédures et documents d’intégration.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EA98F-DF37-4A82-B2DC-B46D5489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1D746-5BFB-4888-8F9E-CA921644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d’intégration ; satisfaction à 30 jours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3DE40D-414B-4723-A781-F9B1FA8C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BE574B-1876-4208-BAB4-92844AB2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E837F-CA75-499A-B83C-5CD88C15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People analytics et suivi des signaux RH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C9647C-F06F-497B-B4B8-3936274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CDEF2C-5098-40D2-B121-EAC5297F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données utiles sont dispersées et difficiles à relire rapidement.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BF24EC-BCC3-4FAD-A825-F3DA11AC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2A39F5-93D7-412F-A6DF-8BBAFF7F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synthèses assistées aident à piloter départs, besoins de formation et irritants récurrents.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CB5C94-2A82-4936-9C8F-C799FD17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5C583B-C8FE-4ACC-860E-5A53A84E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RH ; nombre de signaux détectés tôt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B8D5F0-BFA3-46B6-9041-8B05D17F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A553BB-AC55-4052-9E5E-14D0D231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771685-8749-4F31-A7A8-84403423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Communication RH et marque employeur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673C78-CB93-40F5-BF68-73A1CD01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4F502F-CDE9-41FD-BB05-41073033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messages internes et externes manquent parfois de rythme, de cohérence ou d’adaptation.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7170FB-A898-44BF-9BBC-52E89D38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2A3625-61E1-47D9-981F-2CCA2E51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contenus RH gagnent en clarté, fréquence et qualité éditoriale.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95EBEB-8B84-4F3C-BFF8-FBA27A64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F145E2-D32E-40F1-B260-A669ADD4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production ; taux d’engagement interne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0D6FFB-D5E3-4B45-ABFF-5B58DF64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D1B493-7B58-4EAF-8672-F10B65C6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27E14D-F2E8-4ACF-9F32-B9578F9B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947874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DEA668-0BDE-4295-BB5C-7890A16B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CCCDC-75FA-417A-97B3-61ABAFA0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D5170-3DBD-4D27-8ADE-0E1CEE35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76656-753C-47B5-AEEB-E2ACB071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7BE95-1916-458B-A9F4-CFA9D19C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9D49C-EBC0-4E78-8543-280AF52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28B4E-7611-4C8B-8243-813ADCC0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Sourcing, tri et synthèse de candidatures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F8672-948C-45D6-B933-70650173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EC9AC-B021-462A-A57F-7A221F4A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traitement initial des candidatures manque de vitesse et de comparabilité.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28E0B-F917-43B3-93E2-7AB599DD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EEFD2-8968-4A59-8114-3232AE29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premières analyses, résumés et questions d’entretien se préparent plus vite et plus proprement.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BEB64-0CC9-4C83-ADAA-61B8DF06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87D61-D90F-405F-9FAB-A30CF121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présélection ; délai avant premier entretien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D47DD-D76A-497B-91B8-47F741BE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E171A-403B-4168-AA5E-A937D43F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8934E-46F8-4631-A1C2-FA086F09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Onboarding structuré et assistant RH interne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A3A6E-A25C-4022-8B0E-E76C7EF7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6F348-F4BD-4C65-9E5B-BBDB6040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nouveaux entrants dépendent trop des réponses ad hoc et de la disponibilité des référents.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7426C-2ED7-47A8-A1B8-2E108685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2ACDA-6C9D-47F7-AB08-FD9AC95C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assistant encadré redonne les bonnes réponses, procédures et documents d’intégration.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06FBE-E771-4F93-8923-98872BA9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360887-5A79-4872-9EA6-A7FC3027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d’intégration ; satisfaction à 30 jours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3958BC-A77D-417F-A073-8A5CEE4E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A0B024-34D3-4B7B-8A3D-E5FCBA18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FFA18D-B6DC-49BD-90D5-42A171FA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C15B57-4BEC-4D04-A89F-AF9687C9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9E95EC-EEDD-4903-842E-2D90FB1A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816399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653A9B-BB71-4F7B-954C-8434C28F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75C70-8810-48E2-8236-E44EC80A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9C2E0-79C6-4F2B-8E20-255EE546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19E0C-D5FC-483B-A5F2-C7224CC6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7AA28-CBD8-4BC4-BE1F-FA1A73C6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53AA4-3DE0-498C-B06C-94367D8B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56AF5-1319-41B7-93EA-C587BF1E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88086-1D7D-41F8-BC0E-13A72DBA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EFAB4-C8F2-4395-8DDB-374C7A2D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37169-C8A9-49C3-93AC-071C8E10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IA et Recrutement : Sourcing &amp; Sélection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C30B7-0463-4FC6-A54C-9962FDC5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9F319-470B-481E-9B94-198D6AD4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58F77-762D-4393-A4F1-A05B39EB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E020D-04D3-462E-93A1-3753D25B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Onboarding Automatisé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5C4B6-AAD3-4372-A8EE-AB0822F4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F238F-581B-4ED7-B655-8C0BD382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2DE8A-525E-4766-ADB1-791F0CB4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22334-3DDF-42C9-B076-B95199E4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Formation Personnalisée des Talents avec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84CAC-B6FF-4A9B-83E1-4B55086C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5164B-1A91-4FAD-83FE-BB35774C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347B7-E88B-45CF-8067-1F1451B4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7ED983-5248-4447-9F40-F4689E27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People Analytics : Données RH et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22E94-74B3-463C-B7C5-55314E92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CC91B3-99E6-44BE-8E78-F82155C3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3DA4A5-636E-4B2D-B49B-3D95DA59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08ABA-F685-48A2-AB21-B13A4B93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Marque Employeur et 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3B2006-7446-4F6A-8D20-014BDA05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8787B8-FED3-4071-BB79-D6922A4E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05B8C9-8979-4407-92B0-0AFE4B61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D994F3-FEE1-413B-92FA-74A98D62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Droit Social et IA : Conformité Automatisée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DD6C26-E591-4454-8A82-6A618B39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6597CE-ABCE-4B77-AE8F-C5FD60A7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91EB51-1724-43C4-8146-2569C54B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Industrialiser le premier niveau de préparation RH sans déshumaniser les décisions.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l’onboarding plus homogène entre sites, métiers et managers.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Donner aux RH des outils de synthèse pour piloter le climat, la formation et l’intégration.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une base de réponses, procédures et documents RH plus accessible au quotidien.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454871-9D1F-40B4-A065-94BB7B5A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B5550A-AF77-4B4E-AD4E-206B048D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15834F-A01D-46D5-BC47-E0854FEC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9C61C1-F22A-461B-9357-B76F462B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CB9C5E-97CF-4F88-86B7-A4579D48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640570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6266F5-32BA-44F2-BBC5-7EBBE2FD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8D31D-7299-4D13-931A-28C2C95C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A6260-DC36-4A9B-9A79-579542AE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52F04-3394-48A0-A05B-42A3232F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690CE-D861-451D-88E8-CF1F4D54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535CB-A1D0-406C-87A4-E85916EE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3D2A1-B99D-480D-9EDA-F588AD3F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00547-58DA-457A-A177-73BB902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D3E6F-31B9-4797-881B-B182BF0D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32523-2116-40F1-AA0C-13C4B0B1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3AA23-0269-4F69-98EE-E14E1419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A96F4-DB4F-4056-8B02-0A95414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61953-B5B7-47AC-9C7A-4229F580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AAA66-783C-4CC7-85B4-7B7DF08D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25731-58E1-4784-A2F0-A2C1930B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D7B9F-A9DF-4470-BB0F-7712897F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B1861-1E5E-4F99-94EE-D0F48A0C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573AFA-E3A2-40AD-B70A-ADD0BC26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86CB2-E4CA-464C-8465-4BFD0603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F733F-114B-4F81-9B0C-93B52F20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698658-62CC-493C-96C6-FD2382C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604B4-D1E1-4D13-82A8-8D0FF53E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20DF5C-C1B3-472E-B9ED-AA131E70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9C2F8-7478-4CC5-A9FA-99018C83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6F29A7-221E-4500-8C64-764588D0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E9FF7D-01D3-4E35-B619-0F94C523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F16A8F-47C0-4205-9C74-E0C9124B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5AAFB6-3B07-4BA8-9317-FEBA075A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8396A0-535C-4470-94CE-5CB1CA7E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7F1E38-AF32-4F65-B98C-73824EB3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307526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813470-8728-4A93-86CF-5A21958D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B49D0-AE0F-45CB-8C15-238D58D3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B7A93-4BB2-4C8C-A516-AF2692B6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ressources humaines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A61E5-B5DA-4399-85D6-1D45FBD0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8D15F-BBEF-47C8-BB64-31E57F89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557E0-ADC6-446C-A0DB-DECF3541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2EE07-99FD-4EF8-BBFF-329D1C9C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8200C-C7AB-41AF-9CEE-FD479F64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Ressources Humaines.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E8749-33F2-4ED3-8ACA-8A1E389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51094-719F-4C6A-8CC6-E46F13A9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5B9E9-278E-4193-A29F-5DBDB6C9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22FA2-89A3-41B4-83F3-FD49827E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C80A4-4C24-4B8B-B347-D8FD04F3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22280-B0BE-4D06-830E-C79DA555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19AB1-209D-48BC-B926-6DF84008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BE16C-3C41-491D-B70C-1B8AF311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B55ED-C383-437B-AE4A-59441482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7D985-BBA8-4E16-9D4C-0C892F6D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49ACB-E24B-41E0-BF98-09F43374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444B3-D58C-4AC6-935B-2FDF8AD7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BF5A0-2019-4ED0-ACC1-79A6FEA9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F8810-DBCA-4AF2-8D9A-6E88240A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6FE07E-D160-41C7-97E9-9D83429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9DD1F1-A4F3-4AF1-84BE-CC952785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B5EC17-6CE7-4DD7-A4E1-B0677BD8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3F07A6-4629-4C81-B871-D6C27338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EE353C-1022-4FDA-A24A-42E8C3DB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53855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3C86E0-3915-49DD-B8BE-85A8E7E2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3F652-AB43-42A8-870E-39592469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bcd9fe16a4750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0CCFD-7E37-4309-A65E-A9D42A32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30B08-8C46-4292-8506-BD51892A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ED222-91CE-4A6E-892C-20C5B8D0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CD91B-DDFB-4743-A832-83FAFAA3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0A91C-0E9F-4638-97E3-6C127618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06675-1B27-4517-859D-6944F968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98529-C0B9-4BB0-B8B4-0B9B421B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220E3-B2EE-4C1B-A083-9B0F43EE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4C7B3-442A-4177-8D38-697F5C23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BA88C-90E5-44C4-A890-EEC205E5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2222E-7703-480B-8CFC-01F9EA29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ED5F3-9207-45C9-8BAC-251F4F40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E35A8-5055-4EF6-9843-F7DFB0C9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8FF12-629E-47F1-9B20-A802AC22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01F361-FDDC-41CF-9D1D-74D12692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RH / Recrutement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2E2FA1-766D-49AB-BE50-AFB0EE12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DEFE07-4565-4077-925F-0EA8182B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4F58A-BFC8-4257-897D-0DA639A6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4C251-362A-43C6-8601-53E9A289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EA21A0-84AF-4CBF-A755-34238B3D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75026F-9C2E-40AF-B26E-EBBEDA6B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9D3A9-CB22-402A-9717-11429308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282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2026-06-12T16:01:11.5290000Z</dcterms:created>
  <dcterms:modified xsi:type="dcterms:W3CDTF">2026-06-12T16:01:11.5290000Z</dcterms:modified>
</coreProperties>
</file>