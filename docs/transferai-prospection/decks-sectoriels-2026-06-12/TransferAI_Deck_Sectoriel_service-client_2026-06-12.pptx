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f72a5a52274afe" /><Relationship Type="http://schemas.openxmlformats.org/officeDocument/2006/relationships/extended-properties" Target="/docProps/app.xml" Id="R52ef04f5f2664b11" /><Relationship Type="http://schemas.openxmlformats.org/officeDocument/2006/relationships/officeDocument" Target="/ppt/presentation.xml" Id="Rcf3adff6e27a49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3cf301e5d49a4"/>
  </p:sldMasterIdLst>
  <p:notesMasterIdLst>
    <p:notesMasterId xmlns:r="http://schemas.openxmlformats.org/officeDocument/2006/relationships" r:id="R72601c165bb54429"/>
  </p:notesMasterIdLst>
  <p:sldIdLst>
    <p:sldId xmlns:r="http://schemas.openxmlformats.org/officeDocument/2006/relationships" id="256" r:id="R7fc9bda80bca486c"/>
    <p:sldId xmlns:r="http://schemas.openxmlformats.org/officeDocument/2006/relationships" id="257" r:id="R140c5b3981c24401"/>
    <p:sldId xmlns:r="http://schemas.openxmlformats.org/officeDocument/2006/relationships" id="258" r:id="R9d671f0c90d74f83"/>
    <p:sldId xmlns:r="http://schemas.openxmlformats.org/officeDocument/2006/relationships" id="259" r:id="Rf428a213be034c92"/>
    <p:sldId xmlns:r="http://schemas.openxmlformats.org/officeDocument/2006/relationships" id="260" r:id="R470f53188c6e41a9"/>
    <p:sldId xmlns:r="http://schemas.openxmlformats.org/officeDocument/2006/relationships" id="261" r:id="Reaad6484173243f4"/>
    <p:sldId xmlns:r="http://schemas.openxmlformats.org/officeDocument/2006/relationships" id="262" r:id="R5e2a75bee837468c"/>
    <p:sldId xmlns:r="http://schemas.openxmlformats.org/officeDocument/2006/relationships" id="263" r:id="Rd593254d284040b0"/>
    <p:sldId xmlns:r="http://schemas.openxmlformats.org/officeDocument/2006/relationships" id="264" r:id="R912792eb1f3d4cb4"/>
    <p:sldId xmlns:r="http://schemas.openxmlformats.org/officeDocument/2006/relationships" id="265" r:id="Rad4727f3cb0142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9d81479fcd45da" /><Relationship Type="http://schemas.openxmlformats.org/officeDocument/2006/relationships/slideMaster" Target="/ppt/slideMasters/slideMaster1.xml" Id="Rf563cf301e5d49a4" /><Relationship Type="http://schemas.openxmlformats.org/officeDocument/2006/relationships/notesMaster" Target="/ppt/notesMasters/notesMaster1.xml" Id="R72601c165bb54429" /><Relationship Type="http://schemas.openxmlformats.org/officeDocument/2006/relationships/presProps" Target="/ppt/presProps.xml" Id="Ra71f404ccacf440a" /><Relationship Type="http://schemas.openxmlformats.org/officeDocument/2006/relationships/viewProps" Target="/ppt/viewProps.xml" Id="Re56488f210ab4c6f" /><Relationship Type="http://schemas.openxmlformats.org/officeDocument/2006/relationships/tableStyles" Target="/ppt/tableStyles.xml" Id="R5840d97708744c10" /><Relationship Type="http://schemas.openxmlformats.org/officeDocument/2006/relationships/slide" Target="/ppt/slides/slide1.xml" Id="R7fc9bda80bca486c" /><Relationship Type="http://schemas.openxmlformats.org/officeDocument/2006/relationships/slide" Target="/ppt/slides/slide2.xml" Id="R140c5b3981c24401" /><Relationship Type="http://schemas.openxmlformats.org/officeDocument/2006/relationships/slide" Target="/ppt/slides/slide3.xml" Id="R9d671f0c90d74f83" /><Relationship Type="http://schemas.openxmlformats.org/officeDocument/2006/relationships/slide" Target="/ppt/slides/slide4.xml" Id="Rf428a213be034c92" /><Relationship Type="http://schemas.openxmlformats.org/officeDocument/2006/relationships/slide" Target="/ppt/slides/slide5.xml" Id="R470f53188c6e41a9" /><Relationship Type="http://schemas.openxmlformats.org/officeDocument/2006/relationships/slide" Target="/ppt/slides/slide6.xml" Id="Reaad6484173243f4" /><Relationship Type="http://schemas.openxmlformats.org/officeDocument/2006/relationships/slide" Target="/ppt/slides/slide7.xml" Id="R5e2a75bee837468c" /><Relationship Type="http://schemas.openxmlformats.org/officeDocument/2006/relationships/slide" Target="/ppt/slides/slide8.xml" Id="Rd593254d284040b0" /><Relationship Type="http://schemas.openxmlformats.org/officeDocument/2006/relationships/slide" Target="/ppt/slides/slide9.xml" Id="R912792eb1f3d4cb4" /><Relationship Type="http://schemas.openxmlformats.org/officeDocument/2006/relationships/slide" Target="/ppt/slides/slide10.xml" Id="Rad4727f3cb0142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248a0b9a2a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bab31f3a14b74" /><Relationship Type="http://schemas.openxmlformats.org/officeDocument/2006/relationships/notesMaster" Target="/ppt/notesMasters/notesMaster1.xml" Id="R46839b5631a246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d114fcc8f54fa4" /><Relationship Type="http://schemas.openxmlformats.org/officeDocument/2006/relationships/notesMaster" Target="/ppt/notesMasters/notesMaster1.xml" Id="R49cfe333525f4c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0448d2a61463e" /><Relationship Type="http://schemas.openxmlformats.org/officeDocument/2006/relationships/notesMaster" Target="/ppt/notesMasters/notesMaster1.xml" Id="R1bf17d7b019848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85c585ac3f4dd0" /><Relationship Type="http://schemas.openxmlformats.org/officeDocument/2006/relationships/notesMaster" Target="/ppt/notesMasters/notesMaster1.xml" Id="Re997b0983707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3cc223e59641a4" /><Relationship Type="http://schemas.openxmlformats.org/officeDocument/2006/relationships/notesMaster" Target="/ppt/notesMasters/notesMaster1.xml" Id="R900238c5f3eb4f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fc610cec9b4340" /><Relationship Type="http://schemas.openxmlformats.org/officeDocument/2006/relationships/notesMaster" Target="/ppt/notesMasters/notesMaster1.xml" Id="R4c95481873ee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9981aad7794059" /><Relationship Type="http://schemas.openxmlformats.org/officeDocument/2006/relationships/notesMaster" Target="/ppt/notesMasters/notesMaster1.xml" Id="R637ebdbd077f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5d1aecab5547b3" /><Relationship Type="http://schemas.openxmlformats.org/officeDocument/2006/relationships/notesMaster" Target="/ppt/notesMasters/notesMaster1.xml" Id="Ra6ce21e420ae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ec42da80f9483a" /><Relationship Type="http://schemas.openxmlformats.org/officeDocument/2006/relationships/notesMaster" Target="/ppt/notesMasters/notesMaster1.xml" Id="R4a6e057762a946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296cf101b74849" /><Relationship Type="http://schemas.openxmlformats.org/officeDocument/2006/relationships/notesMaster" Target="/ppt/notesMasters/notesMaster1.xml" Id="R41b81b200c2f46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a6540dcd2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cd9a423434910" /><Relationship Type="http://schemas.openxmlformats.org/officeDocument/2006/relationships/slideLayout" Target="/ppt/slideLayouts/slideLayout1.xml" Id="Rca05a31b9ff64b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05a31b9ff64b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0034553104ee7" /><Relationship Type="http://schemas.openxmlformats.org/officeDocument/2006/relationships/image" Target="/ppt/media/image.png" Id="Rf975a916a262437b" /><Relationship Type="http://schemas.openxmlformats.org/officeDocument/2006/relationships/notesSlide" Target="/ppt/notesSlides/notesSlide1.xml" Id="Re4a77bfe9efb41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6d0acd6942a3" /><Relationship Type="http://schemas.openxmlformats.org/officeDocument/2006/relationships/image" Target="/ppt/media/image2.png" Id="Rbf9e5e45e0994c87" /><Relationship Type="http://schemas.openxmlformats.org/officeDocument/2006/relationships/notesSlide" Target="/ppt/notesSlides/notesSlide2.xml" Id="Ra9b522c105104d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79d0f0744253" /><Relationship Type="http://schemas.openxmlformats.org/officeDocument/2006/relationships/notesSlide" Target="/ppt/notesSlides/notesSlide3.xml" Id="R98b446f04e4944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6381bb5524b50" /><Relationship Type="http://schemas.openxmlformats.org/officeDocument/2006/relationships/notesSlide" Target="/ppt/notesSlides/notesSlide4.xml" Id="R86e9a8076831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7161cd67d4463" /><Relationship Type="http://schemas.openxmlformats.org/officeDocument/2006/relationships/notesSlide" Target="/ppt/notesSlides/notesSlide5.xml" Id="R9311d6d32e5f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a34039c7a4282" /><Relationship Type="http://schemas.openxmlformats.org/officeDocument/2006/relationships/notesSlide" Target="/ppt/notesSlides/notesSlide6.xml" Id="R6d39630d26574d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497235fbf4ab5" /><Relationship Type="http://schemas.openxmlformats.org/officeDocument/2006/relationships/notesSlide" Target="/ppt/notesSlides/notesSlide7.xml" Id="R0c2d753886d944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2be47140049d7" /><Relationship Type="http://schemas.openxmlformats.org/officeDocument/2006/relationships/notesSlide" Target="/ppt/notesSlides/notesSlide8.xml" Id="Re614707815b748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c7eee5c114088" /><Relationship Type="http://schemas.openxmlformats.org/officeDocument/2006/relationships/notesSlide" Target="/ppt/notesSlides/notesSlide9.xml" Id="R97303279c34148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e4ee63d794ae2" /><Relationship Type="http://schemas.openxmlformats.org/officeDocument/2006/relationships/image" Target="/ppt/media/image3.png" Id="R7ecad36292074f47" /><Relationship Type="http://schemas.openxmlformats.org/officeDocument/2006/relationships/notesSlide" Target="/ppt/notesSlides/notesSlide10.xml" Id="Rb1e9209c4fa746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1C9D6-D567-476B-B6CC-F6EE12B6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04903-F6CE-4D28-BCD2-3E70D2AB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77BF4-06A8-4DA5-B3F5-91859C61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219DF-A86D-46C1-99EA-1A53AB42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B4273-BE37-420D-8680-89179A6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5a916a262437b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F430D-27DB-4E29-B9E3-2CD3EB6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3426A-2049-4A95-A836-81FFC703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1E8D0-4DFF-4644-8DA7-E5C6FBE2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Réduire les délais de réponse, mieux capitaliser les interactions et homogénéiser le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24C84-1BB0-48D7-BE29-4F89D30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équipes relation client, support, réseau et centres de contact qui veulent rendre le service plus rapide, plus cohérent et plus pilotable.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CF9E1-FC25-4669-A795-8AF167B0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1E118-A1CD-48AD-B3B6-D1471A8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18820-4560-4A2D-9D24-ACC6DA55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D7F94-ADAE-4B68-A4AE-1BD4E752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5E37D-DE10-4F2F-B212-FE3EF130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E0D41-AC88-476E-BE5E-CDEA210A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596E8-0FCF-4DEB-95EF-7E75A4B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8DE48-919F-4CDD-A1EA-959BDD3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A7090-6A13-457E-9824-C7F3DA45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1538B-AB82-43E4-854E-E550F35B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Express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DFC8B-C324-42D6-B330-8829A0D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5AB5E-B5DE-4B10-AEDE-46B280B5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00F56-8483-448D-B70A-D386600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C1705-1FF0-46B7-AD4C-58D0B7F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9A58D-DB4E-488A-921C-B417DB8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4F637-4BCC-4CD7-A39A-2E04818A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9EE2D-93BC-4C98-AE3D-C13174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69840-250A-4425-BF8B-617CCC4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52E41-2604-4C55-8B6F-78D0A46A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BFE64-07C7-4709-AEEC-C99FCB8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5863E-FA51-47BE-A116-8BD470B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96BEA3-B4C0-483C-BFEF-7A9FC45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275D9-AD24-4A8B-B352-D661D7C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161EB2-A3B7-4AEF-A4B7-9C02DD4A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AE4FD6-4B40-4F99-A5D6-DC5B393B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28578B-7545-4075-9EE8-0D9D29C3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53D9C-1BB7-4316-9737-47E3E419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51E00E-506C-4938-B40F-7CA58AC7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A4186-5FEC-4461-B215-367DD7F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038952-15D1-4216-A7C1-6762747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E41B70-DD34-427F-9C2D-2EDA275C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6C1C00-6CB5-42D3-BC09-1E98D95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84CCC5-9A32-480B-8AFA-F25F0AF4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2B8AA9-51ED-40D7-BEE5-4F0EC35F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08301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19562-4267-45AE-8004-E9F87180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4FB32-62EE-4228-855D-AEBD9982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1FEE9-512E-48ED-8D87-E422E1A0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service client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2289D-64B7-45A9-9015-6BC93D17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Ici, l’IA doit d’abord rendre le service plus stable, plus rapide et mieux piloté. Le ROI se lit dans les temps de réponse, la résolution et la qualité de traitement.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70F18-BA06-422E-BF67-BA72C832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e5e45e0994c87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50011-B153-41C6-85B6-FB6FF5E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20C92-C760-4EFD-AF22-9A304C80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6DD0B-5CA7-4149-969E-301E0B9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BB98F-D3EE-40C6-89BF-EBA38570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E98CE-AE31-4B79-BDE7-638DCE8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F1321-2013-4E1D-98B6-10AB7150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AE4E0-09EF-4BAF-B2B2-DFE7741F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802DD-3427-4B04-A4AF-4FAB856C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72A52-BB1B-4B29-A9E4-AC4C1461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FB7FB-7282-47C7-8110-747825A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ACCDD-D7BB-42CC-9E26-77D41C01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99A53-3EDD-4BD6-B39A-ED458C72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Express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02CD1-1134-48D2-A53A-8B56BF0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5598B-D241-4E5A-8219-D0DD5932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8C2A7-1B85-48FE-8081-F916DD8B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6D036-7CE6-4AA4-8BE8-F70720C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72F4A-9136-430A-A82F-540D85F9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6AD50-C0CE-4570-A85A-A63DA340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63B28-9A7A-4649-9986-E056B2C5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7246E-BE6B-4B44-BEA1-E9871F2E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9ABA4-D369-4EA0-9624-9115E1F8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3C4A7-88A1-4B13-882E-96D0BCC6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98216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08A01-7612-4B81-BE61-9F8A5C1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3B045-31BE-41B8-A0DA-A8D8BCDC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29DB0-23FB-43FB-B01B-D4F1FB3A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668A-BB2D-4DD4-BE3D-F4D5C6EE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BB46E-292F-48AD-8BFC-51F5909C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DA37B-44C3-41C7-BC19-90B4BE0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2D230-03E3-4898-A3CB-1413E43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Réponses hétérogènes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2E883-41D8-49FA-B62B-75264E1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339C7-1214-4693-8EB8-FD60AEC7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varient selon les canaux, les personnes ou le niveau de pression opérationnelle.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0F0F1-8F41-4CC4-ADEA-7A5AE5B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6A045-599C-4B21-9450-7CB371F5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scripts, bases de réponse et assistants encadrés améliorent la cohérence sans rigidifier le service.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4C3F6-1EE1-4762-B224-428A41A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C7100-645E-4BFE-92B5-8537D0ED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35D9A-A56B-4E9C-8EC2-86E317FA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Traitement lent des demandes récurrentes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6BABF-3518-4512-BB10-8805BC2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08693-360C-44CF-A619-03CAF984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passent trop de temps sur des requêtes simples mais nombreuses.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A8808-42BC-44FB-B682-969B9AB6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A2C6E-3ABD-4436-9A19-9CB8DCD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premier niveau de réponse et de qualification s’accélère, ce qui libère du temps pour les cas sensibles.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5BF94-80F7-4683-A869-2C963BF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B3D85-7466-4025-BDB0-752A8FBD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175CF-0FD4-485F-8864-2113005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Feedback client peu exploité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52290-B58C-4E9E-9AD3-7514E786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230E8-0CC3-4F8D-88B2-5C2EAC2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réclamations, verbatims et signaux faibles restent sous-analysés ou tardivement consolidés.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649CD-9505-4C3B-888A-33939D0F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014B6-CDAE-4DC5-94AA-9422014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retours clients deviennent plus exploitables pour corriger les parcours et les scripts.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1D3F2-342B-4029-A7F7-A550595A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6ACAB-9A7F-40D8-A5EA-019D37C3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1173A-2A3B-49EF-A7A2-D258717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difficile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3075D-F480-4FC1-ADAB-276CC1DD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F6A88-D4D5-4EBC-8431-4DD64616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indicateurs existent mais les managers manquent de lecture rapide et actionnable.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10683-7BF9-4147-A605-63E4FF1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75BFF-26FD-4EB1-A533-E1A906D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KPI de service sont mieux commentés et reliés à des actions concrètes d’amélioration.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FFC38-7344-473A-853A-A50CB6A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1C2BF5-DF63-431E-AB9B-E65FE5D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06934-2B92-4839-9C86-49879059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4E285-D092-4686-82C3-0CD80F4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51E76B-D8A6-44F8-B9C5-0D81C05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9EB261-49F8-41EC-BF7C-BC2885E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6600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6DF61-BF14-4B06-9D9C-4E838845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F2250-80A2-4CA1-8532-8BFBC85C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E140C-F606-416F-B581-700147F5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8A979-8945-41D7-98CE-75251A29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0D27E-C195-4267-8971-6AC5A5FA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DB4A6-4650-4F32-8DC5-BBECF13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 à 40 %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931EB-D697-47D7-8929-393F8B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délais de réponse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DBBF5-20CC-4093-9529-47343CF1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demandes simples et récurrentes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03B26-0D3B-4593-8EBC-6B9AA31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FA0DB-7502-4F82-9CB5-DF20C28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Plus de cohérence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91A05-9638-468E-A9C0-19AF2FFE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canaux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83690-232B-4E75-B2CC-78EC7A29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scripts, FAQ, réponses 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7BB96-A683-4680-9784-B705FC0C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060D0-6727-489C-94D7-6F85DCE7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Feedback plus lisible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CCC5B-CEB1-4ADA-87D3-6E58281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AB203-B4DE-4997-8555-E417252D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réclamations et verbatims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81B67-3826-478D-94AE-1E2DD07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6EFF0-8DD5-437E-A10A-CF16D8E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Meilleure résolution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5AF8C-C7D5-4696-B79C-20258E8C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 premier niveau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7E043-1C39-4907-A311-C0123CF4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qualification et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88D3A-C232-41A1-8263-84D1948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6048E-8A9A-4F8F-924D-9E72059A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6A459-10BB-4AA0-9694-60957CE2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98DB5-6402-4A56-AEF8-6592817B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91F7A-A817-429D-A9C2-F55D09EC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7D82E-02C4-404F-A8C9-093BEE3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DC3A2-AB7D-473F-9DF1-86B23C09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3276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5AF19-C247-49A0-B2CD-3F52A65A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3973A-7761-4629-A946-67F0C7C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63A6C-FE8B-4AA0-B993-06BA088F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77BC-DA89-4615-9623-7B73A982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0572-5B0B-445A-8F6B-73E2925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57EE-2AF0-4246-8B65-DB3B399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7823-67A2-424F-B831-0B2A1F4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et FAQ métier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A18D6-0551-4F9E-8808-E9540CB9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DC3BF-6CB8-4B1E-BF94-326B5ED2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conseillers réécrivent souvent les mêmes réponses avec des variations de qualité.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B60BA-3DCF-498E-9EC4-81981628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25DFF-5C7C-40A2-962C-93E106F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assistance encadrée facilite la réponse, la reformulation et le rappel des bonnes consignes.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48A30-B368-41D0-9772-E74EA0E1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DB4A0-FAD6-4253-9BF6-2F446EC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validation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5DC33-01DB-42BC-9CF6-B8134DBD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AD0C0-3C21-472B-9779-8DD55F5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94E62-E564-4F6B-A46C-9BCA428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Qualification et tri des demandes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F6C64-9444-4AF0-98E9-5A91772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15892-CB9B-40E9-B7D6-A725FBB9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flux entrants manquent d’orientation rapide entre urgence, complexité et bon destinataire.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B971E-29DF-4F84-9E78-E8C3DB16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0BADC-E2E9-43AD-A6DB-7A002180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demandes sont mieux triées, résumées et routées avant traitement complet.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50B04-1F7B-43BE-87DD-F97D4D9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993DF-614F-435B-84C1-566E0EE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qualification ; délai d’escalade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5C96B-A23A-42DA-A30B-72F98AC2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61668-7FDB-4030-AA3A-10CD4B61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EC4E1-822F-44F3-B05A-952CB3D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des réclamations et verbatims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4626D-D0B4-477F-AAD4-DF0F1A1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FC49D-312D-4547-9ECA-3D441EE4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client sont nombreux mais difficiles à exploiter à grande échelle.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2C580-D70A-4CA3-B9F6-4F0EE8E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12C4B-78EC-40BF-8142-755C078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motifs, irritants et signaux faibles sont mieux regroupés et commentés pour les managers.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E91C8-E369-46AE-9D8D-AFD662C3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E2FC9-617F-443D-BA1A-DAFAC48F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volume de motifs consolidés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EAED5B-5C0B-40AE-8019-BD98FB5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BE056-BA26-48BE-933F-CCB36964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E8948-19FD-484E-83DD-368A870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omnicanal et satisfaction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3F712E-9B30-4D88-BB5F-692CA99B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7E6E1E-B9F4-4C5C-85CB-CDE0CEE6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sont dispersés entre plusieurs outils et peu reliés à des actions d’amélioration.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15C4C6-C055-4DB2-B3A4-3B24A4B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E00CBA-5706-44FB-916C-2594C2C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pilotage gagne en lisibilité avec des commentaires automatiques et des plans d’action plus nets.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92D115-9474-4ACB-866B-B5C3789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306CBB-1253-45CF-A7C0-5661821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CSAT / NPS ; réactivité de pilotage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0390A3-16A4-44F6-9EC7-3C6D477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F52A55-43B0-4BD4-8D80-5FA483C3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06171A-44DB-4FD7-AB12-D72681A4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74549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55DEA3-92D4-44CE-BC98-6DE93AA1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9C81D-ABB1-43D4-B090-40CF7683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F61BF-9783-427B-ACB0-24D60D6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EBE3F-D43A-4535-A764-09172AF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7D7F5-7D7D-496E-90FE-78B8586A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D406-60D3-46F0-83BC-A45E67A8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1D784-4D4D-4475-9456-EB9C5CC1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et FAQ métier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DDE96-402C-4CCF-B0D9-371245E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A7312-02F7-4163-84B5-0A7CA84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conseillers réécrivent souvent les mêmes réponses avec des variations de qualité.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295BE-FDDB-4F8D-8ED5-99DA8D6D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84F40-FD3E-4BDA-9F2D-A8786EB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assistance encadrée facilite la réponse, la reformulation et le rappel des bonnes consignes.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8AD3C-BFCE-4490-988F-86413F3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2304F-B9E9-4C4F-84D1-004A3BB9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taux de validation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6DB41-E9E5-420A-8B9E-92998410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C04C0-1926-4BA5-B485-866BF8DC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B66E8-3920-46DD-8DF2-91F8B95F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Qualification et tri des demandes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851D6-B514-4A78-8647-62DFFF98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2AA78-7669-435E-B002-30C3301E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flux entrants manquent d’orientation rapide entre urgence, complexité et bon destinataire.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86825-8BB9-4BA2-89DC-27A6F1A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AF6E9-7881-47B1-86FC-2560397F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demandes sont mieux triées, résumées et routées avant traitement complet.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FFEBB-D558-4388-80C6-038C235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2116F-053E-4E25-98F8-1E4C2802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qualification ; délai d’escalade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ABCBE-347B-4A77-A0F7-204F1F5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F24A5-D1BB-4099-B865-0882B45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52A7D-D065-4171-9B3B-E8050F3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E5A4B-2D90-488A-8E6C-93CA7FD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EE7AC-B2B0-4788-B74F-8D0434D7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74116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C73CE-2DC3-4743-BDE6-473110E6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1DC9E-00C1-404B-96B7-A9D357FC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F0768-ECF0-4AF4-A659-71DE3EE4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D6AC9-F52C-4520-8020-1EC3CF9A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68625-4169-44D8-B2BB-7781897F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D165D-C827-48DC-B85B-588326D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F7880-8D11-40BD-8D86-2D77852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BC190-D61B-4229-8CDB-FA611DD8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0670E-9300-4914-8A64-CD766A7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A8126-EFEB-4995-9026-FB8E9F06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Chatbots Intelligents pour le Service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22D54-58F1-4E18-957D-2DC6D29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75946-5E54-4D91-A81C-5AE754A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059E0-E364-470D-AAAE-4FB5392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D1DA9-A181-4F20-AE88-C1045454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Expérience Client Omnicanale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CE865-885A-4EB0-85CB-8F208CF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02AEB-1AFE-42E9-B432-7F7E6657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2C149-3E81-4E7E-8C34-56C16031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39DBB-3489-4A75-9065-7D49E37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Sentiment et Feedback Client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CB809-0864-4355-BDD6-177E14D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4A5AD-5C3D-4184-86B1-8A348B1F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F434B-3472-4A45-BEA6-F25554AF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6C1D2-C57C-471F-B882-7D0A95DC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Réclamations Automatisée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77FFC-6222-417A-9915-790591FE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F1F2C-B836-49C5-BF9E-1B9E56D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5440F-03C0-4529-90B4-C1B0B131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EA7F1-4FB5-4A53-B953-1F845D2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Mesurer la Satisfaction Client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ACBA4-D877-4C76-A5C7-4FE8042C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0CE37-D53D-4B3B-8E06-8A2E8F9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3D5B4-772D-4315-BF2D-6901FE75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C7CBB-A5DA-4536-979A-760C5226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Personnalisation du Parcours Client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86594-B602-4F76-95BA-3837F3ED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28C685-FC8F-4DDD-BA2B-4F8F4F4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21801-7E0E-4A66-8026-AE17784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Standardiser le premier niveau de service sans déshumaniser la relation.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Aider les superviseurs à mieux lire réclamations, motifs et irritants.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équipes un socle de réponses, FAQ et consignes plus homogène.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KPI de service plus utiles pour arbitrer les corrections prioritaires.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D485D0-E3B0-4A9E-BF65-3E49EE51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41CE6E-F2D4-476B-89AE-1F510C1A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46A687-377D-43E3-A866-ECB8B972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7F6B87-21B9-4EE2-B18B-48007BB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FBC42-DA5E-4272-9FB2-FDEA083B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81456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D7968-AA2D-4A9E-86E7-CC52A59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EF220-3695-4CB7-8A4C-041A86CC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29B0E-0ED1-498C-827B-A90F7F6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83515-6868-475B-A5D6-8272DCC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B18E8-3AED-4D38-BFD8-954E0B92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36AD9-2422-49F5-9BEE-A6888A50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01F6D-6AC8-476C-A535-16EDBA64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A6816-8DE5-4BE6-B273-A5CB86B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EA22B-8D97-43D6-9629-5DD2C43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9022-AB60-4C91-85C6-7A7620B0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3A9EE-322C-4E59-ADF7-80C55B9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0CD62-0E5E-4972-B950-AFACF025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79ACD-637C-411C-8066-A9FEDE7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8D1A2-C7BA-4A21-AE7A-1490AD6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15E99-F514-4B21-ACD5-1123C1F0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CC6BE-ED04-4908-B272-81B9AC1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3E48D-67E7-400B-9A83-6D06548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517CB-0969-454A-AAEC-D30E9DA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A402A-0B73-4B7C-BDA3-5478FD1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CA9AD-4F1F-4FDE-9E9C-1CD8543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572C3-B13A-4DC4-B280-3DCE8C88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73508-943F-4DDA-A0BE-0E1ED13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8ECC2-D89B-42FC-9E5C-5523D6D6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18A80-0777-46DA-92A5-DABA079E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C4179-6800-418C-9E41-B619EED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2AEDA-DAE8-4847-B7DE-839C3D9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A07E1-213E-4A0D-A75A-9AC0968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66F9A-114E-4D34-A36F-CFFAA58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69B9A-D19A-4412-9244-1BFA0705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44A38-7051-4711-9055-F090D77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06430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CEDE9-BC31-45E2-A731-FA59CB04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C1EA9-7478-4F4B-BC15-F8FC42CB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9A992-CA32-4943-A27A-04EFB6CB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service client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DDA80-ABE1-4CC4-8A9C-9D4C2286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FC30F-65D0-48BC-80CD-4ABEF1E5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E6E3D-E916-4ACC-AE72-D400BA70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7BA31-4694-4DC7-952D-9A348952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1B8C3-03BE-4E1B-8B0B-CC5E8F23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Service Client.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765A8-F63F-49CC-BCB8-776F26E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92C81-ABDC-42BA-BC49-EEC1D922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BE879-C7DA-4471-9A67-EF660D36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EB005-8FD4-4577-AD01-843518F5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F358E-6684-4488-BEC5-6335D68B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6444D-B5C0-432D-88C1-A212D21B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1B5FB-FCC6-4FD8-AE98-370BD5E3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5D73-0F30-4E1E-8134-43F347E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B225B-F160-460C-94E8-E7AFB81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F0E2A-3C25-4749-BFF8-ECA371AB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8448C-B59C-4DF9-8FA8-D5B6D4E4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C6FE1-7EAA-437B-92B6-0A4D9B72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9923F-ED94-42CD-8DD7-8CC95CF8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CB135-C378-4D19-8646-3FB41944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22C09-A138-4EBA-9FBC-DB880C38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85ACA-5928-436E-AAE6-9D0997B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48C3F-3EFE-40B8-ABC6-308B9DA2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F8A53-3CD1-4404-8D19-76D9D560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D8E67-FBBF-4B63-9753-0AEBE771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199653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94444-35B3-4627-A29E-84DFBBCC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F9C2F-3398-40A5-82E2-89A5EED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ad36292074f47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E36F-0643-4B34-8F51-BCFB4AF2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1BAA4-00A3-48CF-B1E0-B685E2D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F19DB-0391-4055-ABEC-0496046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CEB13-A4B5-4A74-9544-1B28076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A00D9-5DE2-43D3-B268-FF173912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3509B-66DC-4205-869B-5893BFBD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9F241-3039-478D-91A2-6058B33F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5F34F-A87D-4971-ACCB-A98B1D3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4BF65-70B2-4126-AE5E-63B198B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F1880-0529-441C-B509-640DC6C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E5293-C293-4A1A-9FD7-E1E828C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B19A7-D4C0-444A-9CD8-6DF02751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A3906-9D10-4C08-AFDB-1AD3634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49A0F-A1EB-49CF-821F-2C77C900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95575-01C5-4F9B-AF52-802CE6D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4C801-F099-4299-8EEA-552B8D5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E043C-7F31-4D61-AFD9-0A5B0D87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A5F3F-BD2A-4BA3-9A3B-47706AE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CE037-29A8-4340-84B1-BEAACB5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Express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B02DB-FD55-4D8A-BEA3-C17DF9AB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C8F36-3375-4FE5-A078-951DEF19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Service Client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72670-70E1-40E8-A8E8-6DA1B97D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4577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2026-06-12T16:01:56.8860000Z</dcterms:created>
  <dcterms:modified xsi:type="dcterms:W3CDTF">2026-06-12T16:01:56.8860000Z</dcterms:modified>
</coreProperties>
</file>