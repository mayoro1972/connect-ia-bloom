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d2424672494163" /><Relationship Type="http://schemas.openxmlformats.org/officeDocument/2006/relationships/extended-properties" Target="/docProps/app.xml" Id="R0c13838d61e94afc" /><Relationship Type="http://schemas.openxmlformats.org/officeDocument/2006/relationships/officeDocument" Target="/ppt/presentation.xml" Id="R49cd67d9803f40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fc038452b54cfb"/>
  </p:sldMasterIdLst>
  <p:notesMasterIdLst>
    <p:notesMasterId xmlns:r="http://schemas.openxmlformats.org/officeDocument/2006/relationships" r:id="R0ab5f170b070438f"/>
  </p:notesMasterIdLst>
  <p:sldIdLst>
    <p:sldId xmlns:r="http://schemas.openxmlformats.org/officeDocument/2006/relationships" id="256" r:id="R3f7f8b4f65a246b8"/>
    <p:sldId xmlns:r="http://schemas.openxmlformats.org/officeDocument/2006/relationships" id="257" r:id="R29b85667cffc44a7"/>
    <p:sldId xmlns:r="http://schemas.openxmlformats.org/officeDocument/2006/relationships" id="258" r:id="R8329fce53bc64d8b"/>
    <p:sldId xmlns:r="http://schemas.openxmlformats.org/officeDocument/2006/relationships" id="259" r:id="R0b33940e1e1f4522"/>
    <p:sldId xmlns:r="http://schemas.openxmlformats.org/officeDocument/2006/relationships" id="260" r:id="R968f0449a295461c"/>
    <p:sldId xmlns:r="http://schemas.openxmlformats.org/officeDocument/2006/relationships" id="261" r:id="R25a136e20dc347bd"/>
    <p:sldId xmlns:r="http://schemas.openxmlformats.org/officeDocument/2006/relationships" id="262" r:id="R5ba1868129394c5e"/>
    <p:sldId xmlns:r="http://schemas.openxmlformats.org/officeDocument/2006/relationships" id="263" r:id="R09d811d15c3349ee"/>
    <p:sldId xmlns:r="http://schemas.openxmlformats.org/officeDocument/2006/relationships" id="264" r:id="R465e53997a8c4490"/>
    <p:sldId xmlns:r="http://schemas.openxmlformats.org/officeDocument/2006/relationships" id="265" r:id="R10772b3f6e3743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763acb0fe4268" /><Relationship Type="http://schemas.openxmlformats.org/officeDocument/2006/relationships/slideMaster" Target="/ppt/slideMasters/slideMaster1.xml" Id="Rc8fc038452b54cfb" /><Relationship Type="http://schemas.openxmlformats.org/officeDocument/2006/relationships/notesMaster" Target="/ppt/notesMasters/notesMaster1.xml" Id="R0ab5f170b070438f" /><Relationship Type="http://schemas.openxmlformats.org/officeDocument/2006/relationships/presProps" Target="/ppt/presProps.xml" Id="R980e52eabaa04c2d" /><Relationship Type="http://schemas.openxmlformats.org/officeDocument/2006/relationships/viewProps" Target="/ppt/viewProps.xml" Id="R46b83211992c43e3" /><Relationship Type="http://schemas.openxmlformats.org/officeDocument/2006/relationships/tableStyles" Target="/ppt/tableStyles.xml" Id="R66fdf8257a994254" /><Relationship Type="http://schemas.openxmlformats.org/officeDocument/2006/relationships/slide" Target="/ppt/slides/slide1.xml" Id="R3f7f8b4f65a246b8" /><Relationship Type="http://schemas.openxmlformats.org/officeDocument/2006/relationships/slide" Target="/ppt/slides/slide2.xml" Id="R29b85667cffc44a7" /><Relationship Type="http://schemas.openxmlformats.org/officeDocument/2006/relationships/slide" Target="/ppt/slides/slide3.xml" Id="R8329fce53bc64d8b" /><Relationship Type="http://schemas.openxmlformats.org/officeDocument/2006/relationships/slide" Target="/ppt/slides/slide4.xml" Id="R0b33940e1e1f4522" /><Relationship Type="http://schemas.openxmlformats.org/officeDocument/2006/relationships/slide" Target="/ppt/slides/slide5.xml" Id="R968f0449a295461c" /><Relationship Type="http://schemas.openxmlformats.org/officeDocument/2006/relationships/slide" Target="/ppt/slides/slide6.xml" Id="R25a136e20dc347bd" /><Relationship Type="http://schemas.openxmlformats.org/officeDocument/2006/relationships/slide" Target="/ppt/slides/slide7.xml" Id="R5ba1868129394c5e" /><Relationship Type="http://schemas.openxmlformats.org/officeDocument/2006/relationships/slide" Target="/ppt/slides/slide8.xml" Id="R09d811d15c3349ee" /><Relationship Type="http://schemas.openxmlformats.org/officeDocument/2006/relationships/slide" Target="/ppt/slides/slide9.xml" Id="R465e53997a8c4490" /><Relationship Type="http://schemas.openxmlformats.org/officeDocument/2006/relationships/slide" Target="/ppt/slides/slide10.xml" Id="R10772b3f6e3743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12bd75d7c4a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3ab135f024a0d" /><Relationship Type="http://schemas.openxmlformats.org/officeDocument/2006/relationships/notesMaster" Target="/ppt/notesMasters/notesMaster1.xml" Id="Rb51cbfbbbaee41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2eb4cb1843413c" /><Relationship Type="http://schemas.openxmlformats.org/officeDocument/2006/relationships/notesMaster" Target="/ppt/notesMasters/notesMaster1.xml" Id="R32f10cda3e6d4a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6ddb99ac443b1" /><Relationship Type="http://schemas.openxmlformats.org/officeDocument/2006/relationships/notesMaster" Target="/ppt/notesMasters/notesMaster1.xml" Id="Rb9a8c888b9bd43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ecb2ae3254e26" /><Relationship Type="http://schemas.openxmlformats.org/officeDocument/2006/relationships/notesMaster" Target="/ppt/notesMasters/notesMaster1.xml" Id="Reb213d9efe3640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8c35da40394106" /><Relationship Type="http://schemas.openxmlformats.org/officeDocument/2006/relationships/notesMaster" Target="/ppt/notesMasters/notesMaster1.xml" Id="Rf1b30a3058124b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7b6ef0980b4d82" /><Relationship Type="http://schemas.openxmlformats.org/officeDocument/2006/relationships/notesMaster" Target="/ppt/notesMasters/notesMaster1.xml" Id="R80b81fe50ff042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a17452a2b84472" /><Relationship Type="http://schemas.openxmlformats.org/officeDocument/2006/relationships/notesMaster" Target="/ppt/notesMasters/notesMaster1.xml" Id="Rd83a9649681541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99ac8178ff451a" /><Relationship Type="http://schemas.openxmlformats.org/officeDocument/2006/relationships/notesMaster" Target="/ppt/notesMasters/notesMaster1.xml" Id="R754921134c2842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ffcb55ea8f4fb7" /><Relationship Type="http://schemas.openxmlformats.org/officeDocument/2006/relationships/notesMaster" Target="/ppt/notesMasters/notesMaster1.xml" Id="R67bd6dc0b19a44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3a66793c8c4192" /><Relationship Type="http://schemas.openxmlformats.org/officeDocument/2006/relationships/notesMaster" Target="/ppt/notesMasters/notesMaster1.xml" Id="Re02f114b85e9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8cb15c9254a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e4662b5df4e0c" /><Relationship Type="http://schemas.openxmlformats.org/officeDocument/2006/relationships/slideLayout" Target="/ppt/slideLayouts/slideLayout1.xml" Id="Rf0798517d57c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798517d57c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cf4ee546c45ca" /><Relationship Type="http://schemas.openxmlformats.org/officeDocument/2006/relationships/image" Target="/ppt/media/image.png" Id="R9c2f620c66634ab8" /><Relationship Type="http://schemas.openxmlformats.org/officeDocument/2006/relationships/notesSlide" Target="/ppt/notesSlides/notesSlide1.xml" Id="R64ea76a286a146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87228e1504e20" /><Relationship Type="http://schemas.openxmlformats.org/officeDocument/2006/relationships/image" Target="/ppt/media/image2.png" Id="Rb2bb289202d54351" /><Relationship Type="http://schemas.openxmlformats.org/officeDocument/2006/relationships/notesSlide" Target="/ppt/notesSlides/notesSlide2.xml" Id="R8c96011eb52546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c5d67ef2c4c19" /><Relationship Type="http://schemas.openxmlformats.org/officeDocument/2006/relationships/notesSlide" Target="/ppt/notesSlides/notesSlide3.xml" Id="R2ccffae98924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6528798564952" /><Relationship Type="http://schemas.openxmlformats.org/officeDocument/2006/relationships/notesSlide" Target="/ppt/notesSlides/notesSlide4.xml" Id="Rd2c00032bf6f40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59173d0ac4849" /><Relationship Type="http://schemas.openxmlformats.org/officeDocument/2006/relationships/notesSlide" Target="/ppt/notesSlides/notesSlide5.xml" Id="Rf7e0e66c301b4c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437729af748ad" /><Relationship Type="http://schemas.openxmlformats.org/officeDocument/2006/relationships/notesSlide" Target="/ppt/notesSlides/notesSlide6.xml" Id="Red0a73580f1045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ebc8da6804ab5" /><Relationship Type="http://schemas.openxmlformats.org/officeDocument/2006/relationships/notesSlide" Target="/ppt/notesSlides/notesSlide7.xml" Id="R01c2b1d01a4541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090114aa344b5" /><Relationship Type="http://schemas.openxmlformats.org/officeDocument/2006/relationships/notesSlide" Target="/ppt/notesSlides/notesSlide8.xml" Id="R3d0acfbf0d1243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40c7a01dc4acb" /><Relationship Type="http://schemas.openxmlformats.org/officeDocument/2006/relationships/notesSlide" Target="/ppt/notesSlides/notesSlide9.xml" Id="Rf07d298ac75844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6f544f35d487f" /><Relationship Type="http://schemas.openxmlformats.org/officeDocument/2006/relationships/image" Target="/ppt/media/image3.png" Id="R2a6d8115f7db4522" /><Relationship Type="http://schemas.openxmlformats.org/officeDocument/2006/relationships/notesSlide" Target="/ppt/notesSlides/notesSlide10.xml" Id="Rce70d42b986842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08442-60CE-4011-850F-1DDAE806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673AE-072B-4725-A3AA-93EBC491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802FB-585A-416E-8E74-F782C69A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E626C-1955-49C6-9322-D59C5803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F298B-3802-4C61-9F22-9C0F14E7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f620c66634ab8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889D7-D39E-40D0-8046-9C255AE2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58B04-C630-4FB8-8229-69E9AB15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&amp; Pédagogie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0BD23-57C0-4C3E-A564-53FC4B24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Produire plus vite des contenus pédagogiques solides et mieux piloter les parcours d’apprentissage.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84FE-4A30-4EEE-AEFB-D43D233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écoles, universités, centres de formation et académies internes qui veulent accélérer la conception sans sacrifier la qualité pédagogique.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C5026-C9B0-4978-BBB7-CEFCEC69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47434-D9AA-4CD7-BC93-92960B8B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FDA96-757F-408F-BA0F-F71E4F87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CED675-3D5F-4CBF-9858-F2359D66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8C544-0919-4111-9911-782A130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BB711-1EBB-4ECB-971C-052D72F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999B4-ACBD-4706-9177-B456510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58DDC-6A56-4DA3-B2FB-46EB83A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4E8E3-6E53-4E72-920B-2D17F5B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653E29-BF70-4F6E-9AA2-D5F8CD72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DC369-0462-4D7E-8E3A-E8FCCD47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2B359-B61D-4BE9-A129-787A4CCF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5045FC-0413-44D4-8F1A-515D3D6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4172B-FEE6-4243-9240-F7FC094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55171-CA4B-494E-8865-03E8F51E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83420C-3868-411B-BB29-92C3F097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65B10-7546-4723-AF65-4C120A35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996FAD-8245-4F14-BA69-C183C391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3194F2-C45B-4E47-9A54-97AA7105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6232EA-EFB3-416D-B4B2-9AA32D78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203891-2C4E-424B-9CFB-00C44EF0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C54D4F-A14C-44AE-9C01-EBE78E7B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C41E4F-B8A5-4BCF-B39B-5B3C022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6EB1FA-E9F2-43D0-BBA7-AAB22A96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E99F95-804C-4FE4-956D-5B069A8D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782C4-E103-47D8-8262-5D52082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662958-2A03-44A5-AD27-A3073EDE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FFB759-D079-4C5B-AD06-AA05B5C7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D696BE-EDF2-4080-9566-BBF13C79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96042-C2AF-44AF-AC45-B515582A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7A31BD-3C02-43C6-9231-5D1C53A9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4AFCDF-804C-40C3-97AE-1E65085D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BE510E-FE6C-41FB-BA21-B5C711F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FBEC23-EABF-4A72-9951-DF88E6AA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00483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2DADA-103C-455D-9970-6CAE39C7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3683D-7660-4326-B823-FACC8FF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75BB-3248-469E-8A6C-2205F22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formation &amp; pédagogie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9544-045F-4E5A-BCD9-D1BD4E31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vraie promesse ici n’est pas de produire plus de slides. C’est de concevoir plus vite des parcours utiles, mieux adaptés et mieux suivis.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F1BE0-66C5-433E-92DD-86F0CBDB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b289202d54351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8AD57-653A-4131-BBD7-D38C5691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A4851-223A-4427-8088-2ADD4908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DF712-2455-4700-B443-FE57AEB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EF397-CE45-4506-A100-3A44F6B5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9241B-E244-4169-BA00-98D64D7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0659E-89C4-45E9-AA1E-763DFEF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121D3-8B75-4884-B4B3-3A515850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396AE-02DA-4B06-BD35-9D0C0F11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42ADB-160D-47E4-84E0-7360737A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A197D-FA64-40F1-8973-0FD947FE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Management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126500-DCB5-414B-BF9D-44792D6C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330563-3F0A-4967-873B-81FD9862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05EBA-E586-4C5D-88A8-7F5781D4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97ECA-59EF-41B6-AE64-07CF397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Finance / Développement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ECBD27-29E0-40D1-96A0-E85E54C5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0D570-87A7-4035-82A0-51B59B66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Aide humanitaire / Éducation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2DFAAC-9BF9-4D94-A204-71F3088D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CA124-7749-44EC-BFB2-B89CAA2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2EAC8-39D8-46CA-9A32-5E7AA177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8BBD2-B5D8-4A9D-8C2E-D8B4DD8A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EA04D-B5F6-417E-8133-018B8DF1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F6B1D-6ED6-4E62-981E-09F9A790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417572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8C96F-E283-401A-8C9F-B66EF61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BB6E7-CCBA-47A5-80C9-1A51A723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84C87-B8F5-4854-A9C4-BEBABE7B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B6BC1-8603-46C8-A453-A077965C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500F9-8670-4F00-AE1A-F642C291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62808-3D80-45C2-B760-CF0B3BA5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F529C-2113-42C8-B17A-1D38165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Conception pédagogique trop lente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29C30-3DED-44FA-ACB9-191116B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B40B-621D-40E6-8214-783AB004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Créer modules, quiz, études de cas et supports demande beaucoup de temps expert.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C402B-76A9-415B-98AE-172609A1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68C2E-2696-4512-A137-30EDD96A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ingénieries, plans de cours et variations de supports se préparent plus vite.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B17E5-7FB5-4520-9ED1-62D89CD1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6524D-7408-43F9-A2A2-16A53689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2313E-9C39-48C3-86E0-344660A3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Peu de personnalisation des parcours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A9052-4FC4-4774-BF55-6B4B9E0C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ED099-B5EC-4808-A744-CAEF176F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s’adressent à tout le monde de la même manière malgré des besoins très différents.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A3AF4-9A45-449C-B339-6402E81F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834AF-4919-4F1D-AF09-EE872A55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parcours gagnent en adaptation selon profils, niveaux et objectifs de cohorte.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BD4B6-2713-4D48-8059-FB76237C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40F23-D68D-42CC-8278-37245FDE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65C0C1-B808-4F31-AC03-CBB0B003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Analyse de cohortes fastidieuse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D3DF1-4B12-4CFE-9725-B94B73AF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EDEE40-B643-476C-8FF2-72936B62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résultats d’apprentissage existent mais restent longs à relire et à interpréter.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73281A-26DC-4E3F-9EDE-3FFA854C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18346-5957-4379-ACDA-DDAFB82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pédagogiques reçoivent des synthèses plus rapides et plus actionnables.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5B0B6-5C4A-4D0E-B80E-5E0C8E7A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027780-6E35-44CB-8410-22832862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C1F3D-B6FC-48BE-8B48-4B9C48C3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Production multimédia morcelée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63B95-A51F-49CA-BE18-2AABDC4C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D38B7-20EA-422A-9D3C-63D3A7DA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Vidéo, texte, quiz et animation sont produits dans des cycles séparés et lents.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6C0943-EEB9-4E0D-93D6-FBBF0926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04B1DC-2634-4AA8-B5F0-CF44CC0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accélèrent la déclinaison multi-format des contenus pédagogiques.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BB29F2-9345-4DBE-A68C-9A6F449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E2985-DA1F-472F-A578-6E883E40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85B752-438C-46EB-9675-73AA81FE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2011CF-1FC2-4EDA-A6CD-0B4ED40C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C78637-DC6D-4216-A637-1E907BF0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D3446E-8376-4B11-83B1-D37C7D5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53435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97968A-D18B-4528-ABB2-94EB19BA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64F01-D0BD-48CF-9EFC-6A15704E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3305A-07AA-42B6-90E3-B772D7E3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ED838-4D31-48D1-BB27-B744A493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C352A-32B5-4CC2-8309-F19D767E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A3383-4B11-407C-8A0B-DCB5B00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40 à 70 %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1285-B1C0-450F-B990-81E95AC4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la conception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688B9-302C-4BA1-96FD-5BD9B44C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modules, exercices, supports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38D43-7D4B-4622-A7BC-9FFD0C07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B0626-23F3-43F3-83CD-261BC1BD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Parcours plus adaptés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2919C-6529-4DE2-A2B3-0DAEE04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selon les profils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6A9C98-35DB-4959-A64E-F5563DCC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niveaux, fonctions, cohortes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40639-F291-42D7-B41D-12018A3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82590-CCB4-40E1-B905-4B2C7046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Reporting plus rapide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A0A8F-36E3-4505-8AA4-4F3F8452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cohortes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D1577-728C-4A08-A8B6-91FD7350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résultats et points faibles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72A1C-27E1-476E-B836-44392A64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A969F-AFB7-4264-B5BE-6B56C497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Production plus fluide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B9AA7-1760-42AB-B7AC-CC145F34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formats pédagogiques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C7249-3421-4224-B6B2-22D5610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texte, quiz, vidéo, fiches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5E142F-9F4B-4951-998E-CF1327D4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0B617-87B8-4665-AEEC-490B06D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9B01D-2234-4F1A-9EC2-48680066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2BE6F-D01D-4B23-97CE-182CE241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1C9C5-0D79-4D26-9DD3-7ED6221F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73E7CC-AA69-45C4-91A6-6B54B16D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CBAD59-6050-427D-BF34-3EF19C4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5217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02135-E546-4535-AC2D-93C6F103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BACB0-7436-4EEA-9D97-30A834DE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3876D-B96A-4DED-8622-67FE1C70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2469E-4583-4ED7-B57A-30BCC4ED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70607-397E-4A88-8655-CCC8D6B5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EA22A-061D-44C5-8785-9B9A1084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0D4C0-7A82-4C46-9457-3B07D683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Conception de modules et cas pratiques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413D2-0199-4FC4-9E57-3AA80528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86ED3-1270-4276-BBD4-2E6F7A53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nouveau parcours repart d’une page presque blanche.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84ED0-00B0-4C8E-8C86-B18C8EF4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C93E9-5E16-45FF-80F2-D7F984D8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une base mieux structurée pour construire modules, séquences et évaluations.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13CD9-801F-4CDF-95F0-D1163446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02569-34A0-4A3C-9023-2FF0673A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création d’un module ; délai de mise en cohorte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4AD20-2BD5-4388-B622-EAD0203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26C0A-B58A-4E40-A8FF-D7CD7248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FDA890-9761-4C2C-859F-3826DF0E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Personnalisation des parcours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513A8-1A03-461E-B911-2789E91B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1842D-64A3-42BF-B83C-DA8B9732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sont trop génériques pour des publics hétérogènes.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19172D-DD5F-4662-956C-C5190320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8A8D6-A66B-4607-8111-B3CE97C0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exercices, variantes et feedbacks se déclinent plus finement selon les besoins.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A71F5-6471-4AC1-BF0F-636DAA3C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0CF049-C6DE-456E-B5FC-65E076AC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de complétion ; taux de réussite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447A0-8FDF-4E95-A112-6DCE55A3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D15E2-5014-4B5F-B690-AD1F0A6C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E8478C-F52A-46F2-B4D5-1E5F7FB5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Tutorat virtuel et assistant apprenant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AEBDB-9B9B-4C2E-B48F-39C21FD4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5E41B-5157-44D6-B426-3EABADC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questions simples mobilisent beaucoup de temps formateur.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67F04-BD65-4C4A-B2F2-5D6DA0BD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6EB25D-E8FB-4F7B-974F-D6F4ABC7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 assistant encadré répond au premier niveau et oriente vers les bons supports.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1F3692-F7C1-4E52-818B-C342B790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F583D-CE0B-491A-B160-90193D09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réponse ; satisfaction apprenants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49F49-5F64-48DF-9156-7B9BCCDE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E4DA2E-05B1-442E-81BD-89D9B0AC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C8839-A9C3-4788-B0A7-51B9418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Reporting pédagogique de cohorte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A02068-1986-44F4-ABCB-B2510AEC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F995B6-A603-482C-9F0F-087F97A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lecture des résultats reste lente et peu homogène entre programmes.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D86FA7-AAD6-4DD6-8584-E78729D5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D8B7AC-1481-4E98-8991-3495E9E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responsables pédagogiques relisent plus vite les points faibles, écarts et actions d’amélioration.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3C6FBF-ECBE-42E1-94F5-2B2FA1F5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25E44-B0B0-42EE-A5E3-32B1C478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reporting ; nombre d’actions correctives décidées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AABFD-9AB0-4690-9C20-9A48E9E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2AE9E6-D36B-4F52-B13D-BD55DA8C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0AA256-CDEE-4BD7-8526-8DB56D3A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15653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651D1-61E1-408A-B9BA-FF6E2FB2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9D277-64CB-4710-A61D-32B0C24A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ECC9D-76C6-42E8-A14F-4C24FEB2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2CD83-009E-494C-9A3F-2D6E8006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15656-8182-4173-A186-27B88663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4610E-0475-410E-9E29-9433AA53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464B0-C348-4648-900E-E3E5E81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Conception de modules et cas pratiques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F314A-93EC-4042-B43A-71E38C41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0DD30-1539-43F8-A569-31E70188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nouveau parcours repart d’une page presque blanche.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A3E07-66B6-414D-8604-45F2F568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7320F-FF34-4F2E-AEC3-C09D43F4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équipes gagnent une base mieux structurée pour construire modules, séquences et évaluations.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D5AF6-B774-424C-867E-6DDDC27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FBAC0-79A9-4AE8-818B-A64D98F8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Temps de création d’un module ; délai de mise en cohorte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00405-574F-4F2F-9E87-8E90B852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448BD-DAC7-4369-A8D8-7A9E9084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36776-1D32-4BAC-90F9-41B76F20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Personnalisation des parcours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F7A5D-C2C8-4B48-ACFA-D5A91BAB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1A27F-A5C1-4509-B217-4AFDB6E6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contenus sont trop génériques pour des publics hétérogènes.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7EC3C-3C24-4D94-BB76-4023E038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8AC72-5114-4FB3-859E-DF8D7345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exercices, variantes et feedbacks se déclinent plus finement selon les besoins.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56663-053A-41CC-AC69-DE5D402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1A2F37-E27B-47ED-9EBE-092D2103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Taux de complétion ; taux de réussite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C3D0F-FFE0-4CFD-8710-2D4BBE5A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A9E97-2773-4A74-A409-4A4C884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6541F-25D6-4973-AD26-CFBD0652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90CDC-0BA3-4A69-A55A-1DD19425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DF8B7-0EA1-452D-8B69-0DD759CA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77408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370AE-554E-4F9F-9253-CA10AB3D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32DBF-FD0E-4E8A-82C5-4613C07B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D236A-BBD8-45FA-A388-98CD86A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BB248-82C4-4BED-801E-F08D8690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6BF9E-7192-4C76-8A72-2464FE4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C6846-0E36-48E3-A7A3-3947F67F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0FE3F-C181-44FA-A53F-1DD47E7F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045E1-A47B-4C63-B167-EA8A3FDF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F88CF-CFEC-4874-BBBB-ACC250A1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77828-DDC5-4478-BD5E-6DFAD349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Conception Pédagogique Assistée par 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24981-4ABB-4930-AD1D-48EBEF38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836DE-1F13-4DA5-9B01-64A6ADB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E8981-F0F7-4932-A0F4-FCA1D954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A693F-7745-448E-9528-A49DDB4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Création de Supports de Formation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B6590-B272-424B-BFBD-529E7C0A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10343-5B18-4276-ABE0-A751955D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A7AF7-7323-464E-9F81-84559EEE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2FA23-C464-4E7C-8C17-A1F5027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E-learning Adaptatif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1B1C6-DE0F-4F78-ADDD-BF26150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47730-16C3-4531-BBC3-CA0072EE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2916F3-10C6-4E92-A974-BD83B7FD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B1A15-BAA0-468A-B12E-74A5275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Tutorat Virtuel et Assistants 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7388A-F184-48D5-A52A-85574A33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3BB79-7A44-4BA7-AD2D-46407E5E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F4B08-CD75-42C5-B973-78FF0E1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3EB98-8085-441D-AD52-3139D15D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LMS et Plateformes de Formation 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5F53C-043B-42D4-AED0-6BA3F7F4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9DBE5C-AD83-433E-8E21-7FAC98C6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9525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F8A0B-7B4A-47ED-B131-D5AE77F6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1E0AD-AEED-4171-A99E-C9487143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Accessibilité et Inclusion avec l'IA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49FFB-A642-4F25-ACB7-45A76C4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6F56D-3073-4723-A189-855EB7FE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9B0B79-480D-4D99-ADC4-CB0F12FA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Accélérer la conception sans sacrifier l’intention pédagogique et la qualité des parcours.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Rendre les contenus plus adaptables à plusieurs publics et niveaux.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Mieux piloter les cohortes grâce à des synthèses pédagogiques plus rapides.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Structurer la production de supports, quiz, évaluations et assistants d’apprentissage.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5589F4-A26B-42B2-95C3-B38BB87D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EE05DE-15A5-4A39-8D76-6FE03E7C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B9FD09-8099-4996-950A-784E30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2058B0-2BFE-4874-9FFE-751F06A3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00C9E-5971-4750-B90E-8181E617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86065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E5BDEF-617D-4C79-9E54-E87BEF90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2A6D6-A6EC-464D-8CF5-1A4105A1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0F3B7-4FA7-4B8B-97C8-6880AB0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4A85A-98B1-4FCD-8528-D8AFDF3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7B967-4D92-49A8-8CB1-D0DDFD4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CBB02-F74E-4128-860A-23FDB4E6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42529-F3B6-4A79-BF25-10EA428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875AD-78E1-4629-9707-20663A5A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B5F88-ACAE-4F76-848A-508D77A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5FB93-A57E-470B-B6B9-0558B7F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337CA-2B80-4CD2-B8F6-8B86629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F45C8-EDE7-4B44-84EF-6F607212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99C48-CC34-4C81-BEAA-D6D51440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FEAF5-1768-44FD-A988-3B1916C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0D586-C8C0-4B07-AA17-EE36FD7C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A1A58-50E2-4210-BC65-08ED988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8E2C6-1BC6-4F26-80BB-71B1D1B5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11A84-1A4D-45E0-A6DA-C7C8B20B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07552F-1C7B-41AB-8781-9278A10A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3F9745-1EAF-4A44-9D75-D34FC99C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99B1D-CC33-488B-99C8-4D28B2D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6A9D9-3FAD-478F-BEBF-856C50DD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29FC0-0026-4222-9777-79DB620A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D79D9-A3FB-48B3-8164-DC9B613A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5DABA-31B2-4F7E-8ED1-CB3B72DE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76AD94-B079-44DD-A391-EEE351E1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6AA6F6-691B-44BD-97FA-65146CDE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6F3CA7-7E91-4320-9BA4-AF733501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D7EE9-4FC7-4D9D-8DA5-9DDD19D8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4B7FB-E4E5-4090-BFF3-5F71866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99767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CB87FE-875C-4C72-A226-897D3E3E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B3CE9-5D56-4ED6-9F44-80DDEE23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A35C9-0D7A-4197-97B4-69C4BB0B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formation &amp; pédagogie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4ECC4-BCA1-4D6B-A76F-B969B874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DF23E-A9A7-4361-94F7-5DFF9E74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1B0AE-98AD-40E5-9802-0F35984C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1314A-02CE-4E3F-9706-2891B999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10E66-D077-4520-8906-CB1E714D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Formation &amp; Pédagogie.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BC575-5B85-46B8-BE70-B56086D7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9CB2D-C3A6-4A8F-9CE5-DB2A9097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7466A-475F-4ECD-83D0-10DF5FF9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93C1B-324F-4714-B749-4C679399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E9AF9-7F34-4EE0-9544-82DA023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4DA53-9F22-4E2C-B635-68E2FBB0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4C167-7010-4F79-8611-2E0AEAF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96B86-B66F-4DA2-8E7F-E5EBE4CC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4099C-F670-402F-9F47-8591608C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5647A-33F6-4B75-A561-76C3AB8C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0B232-DF63-4932-BEF3-E26FB9AC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EADB1-8701-47E5-8F24-4E8F2A48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9EF61-536F-483F-AB33-94C17295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913DE-C151-4DDE-9A8F-A7419800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5C83A-C349-4CD3-BD30-49749535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729A1-89AB-4762-B70A-7B8729D8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73C50-5B15-4EAA-8995-4E90FAC0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252AA-82A9-4482-B0A7-DA8B413F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083BA-E5B9-4951-AE99-95FB4C3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162622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F6979-28F9-4A98-A5C2-4533AD8C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3F90E-2BE1-4AE1-9A8E-5A469E35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d8115f7db4522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27C7C-12EC-4DFD-9E77-2950F5F7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95CA4-1581-406E-AC00-48442068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4F14A-4A43-4423-B300-F9064C82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5B7E6-F68C-4E42-8E1E-F5A35930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C81B6-9A49-43E9-AC88-E378BE02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BDD31-E350-4EA2-BDAE-C3138C9B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3E862-8E2A-4C0E-B9FA-AAAC9C91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55EFD-93F5-4694-8A3F-72F98B93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9752A-FFE5-4F3A-8DCE-514C7300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21AA9-A1C9-4D54-985C-DB10B4A4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CA82F-D5DF-47E4-B4F9-D5C4475E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5B646-A182-47D8-9B3C-6CA7F978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A14FC-0B96-4707-B530-848D1F1A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ECFBD-69ED-4785-AED5-9EB24C1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8CE3F4-9144-48BA-B375-CCDFA23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Formation professionnelle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2FE4E-9579-46BD-80D3-D685B599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67B769-801F-410C-80E6-B6BB0112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Éducation / Management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05EE3E-C289-4C63-A85B-FCFE1A5E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E7464-5A7F-4089-B5E3-3D92541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8E56A-E894-45D3-83AC-10A42538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76CAA-3426-4FEB-8261-9B11766E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Formation &amp; Pédagogie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F773C-FAEC-447D-9684-3B486116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9311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2026-06-12T16:02:53.5220000Z</dcterms:created>
  <dcterms:modified xsi:type="dcterms:W3CDTF">2026-06-12T16:02:53.5220000Z</dcterms:modified>
</coreProperties>
</file>