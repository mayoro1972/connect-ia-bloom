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712f203293430b" /><Relationship Type="http://schemas.openxmlformats.org/officeDocument/2006/relationships/extended-properties" Target="/docProps/app.xml" Id="R56da1102c5c843ab" /><Relationship Type="http://schemas.openxmlformats.org/officeDocument/2006/relationships/officeDocument" Target="/ppt/presentation.xml" Id="R3436143e28504b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bae3bcb8804218"/>
  </p:sldMasterIdLst>
  <p:notesMasterIdLst>
    <p:notesMasterId xmlns:r="http://schemas.openxmlformats.org/officeDocument/2006/relationships" r:id="R575497d8a05046a0"/>
  </p:notesMasterIdLst>
  <p:sldIdLst>
    <p:sldId xmlns:r="http://schemas.openxmlformats.org/officeDocument/2006/relationships" id="256" r:id="Rbc16da162dc54a34"/>
    <p:sldId xmlns:r="http://schemas.openxmlformats.org/officeDocument/2006/relationships" id="257" r:id="R26428dea01934177"/>
    <p:sldId xmlns:r="http://schemas.openxmlformats.org/officeDocument/2006/relationships" id="258" r:id="R448f808611964185"/>
    <p:sldId xmlns:r="http://schemas.openxmlformats.org/officeDocument/2006/relationships" id="259" r:id="R6c640d7c435b41c3"/>
    <p:sldId xmlns:r="http://schemas.openxmlformats.org/officeDocument/2006/relationships" id="260" r:id="R490a0a8f7a70449c"/>
    <p:sldId xmlns:r="http://schemas.openxmlformats.org/officeDocument/2006/relationships" id="261" r:id="Rdea44606e0a7479c"/>
    <p:sldId xmlns:r="http://schemas.openxmlformats.org/officeDocument/2006/relationships" id="262" r:id="Rd7a8b194e7684f74"/>
    <p:sldId xmlns:r="http://schemas.openxmlformats.org/officeDocument/2006/relationships" id="263" r:id="R8502946bd9364cda"/>
    <p:sldId xmlns:r="http://schemas.openxmlformats.org/officeDocument/2006/relationships" id="264" r:id="R7b89cf2f4205478e"/>
    <p:sldId xmlns:r="http://schemas.openxmlformats.org/officeDocument/2006/relationships" id="265" r:id="R6c4e2d19b540494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707210ac0544e5" /><Relationship Type="http://schemas.openxmlformats.org/officeDocument/2006/relationships/slideMaster" Target="/ppt/slideMasters/slideMaster1.xml" Id="R23bae3bcb8804218" /><Relationship Type="http://schemas.openxmlformats.org/officeDocument/2006/relationships/notesMaster" Target="/ppt/notesMasters/notesMaster1.xml" Id="R575497d8a05046a0" /><Relationship Type="http://schemas.openxmlformats.org/officeDocument/2006/relationships/presProps" Target="/ppt/presProps.xml" Id="R8b1cb11bd8f64788" /><Relationship Type="http://schemas.openxmlformats.org/officeDocument/2006/relationships/viewProps" Target="/ppt/viewProps.xml" Id="R3ce70b441e314de9" /><Relationship Type="http://schemas.openxmlformats.org/officeDocument/2006/relationships/tableStyles" Target="/ppt/tableStyles.xml" Id="R9b3d0b5635834e23" /><Relationship Type="http://schemas.openxmlformats.org/officeDocument/2006/relationships/slide" Target="/ppt/slides/slide1.xml" Id="Rbc16da162dc54a34" /><Relationship Type="http://schemas.openxmlformats.org/officeDocument/2006/relationships/slide" Target="/ppt/slides/slide2.xml" Id="R26428dea01934177" /><Relationship Type="http://schemas.openxmlformats.org/officeDocument/2006/relationships/slide" Target="/ppt/slides/slide3.xml" Id="R448f808611964185" /><Relationship Type="http://schemas.openxmlformats.org/officeDocument/2006/relationships/slide" Target="/ppt/slides/slide4.xml" Id="R6c640d7c435b41c3" /><Relationship Type="http://schemas.openxmlformats.org/officeDocument/2006/relationships/slide" Target="/ppt/slides/slide5.xml" Id="R490a0a8f7a70449c" /><Relationship Type="http://schemas.openxmlformats.org/officeDocument/2006/relationships/slide" Target="/ppt/slides/slide6.xml" Id="Rdea44606e0a7479c" /><Relationship Type="http://schemas.openxmlformats.org/officeDocument/2006/relationships/slide" Target="/ppt/slides/slide7.xml" Id="Rd7a8b194e7684f74" /><Relationship Type="http://schemas.openxmlformats.org/officeDocument/2006/relationships/slide" Target="/ppt/slides/slide8.xml" Id="R8502946bd9364cda" /><Relationship Type="http://schemas.openxmlformats.org/officeDocument/2006/relationships/slide" Target="/ppt/slides/slide9.xml" Id="R7b89cf2f4205478e" /><Relationship Type="http://schemas.openxmlformats.org/officeDocument/2006/relationships/slide" Target="/ppt/slides/slide10.xml" Id="R6c4e2d19b54049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a49f80cd4840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8ce82c7be846bb" /><Relationship Type="http://schemas.openxmlformats.org/officeDocument/2006/relationships/notesMaster" Target="/ppt/notesMasters/notesMaster1.xml" Id="Rc38fe63eb69e4b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766910f4d64d65" /><Relationship Type="http://schemas.openxmlformats.org/officeDocument/2006/relationships/notesMaster" Target="/ppt/notesMasters/notesMaster1.xml" Id="Rf0009fe2cdb549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0203c9df6448d1" /><Relationship Type="http://schemas.openxmlformats.org/officeDocument/2006/relationships/notesMaster" Target="/ppt/notesMasters/notesMaster1.xml" Id="Rb9ba047beb5041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f7e6b9ea80449c" /><Relationship Type="http://schemas.openxmlformats.org/officeDocument/2006/relationships/notesMaster" Target="/ppt/notesMasters/notesMaster1.xml" Id="Re7d2fd08e0474c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2138f4fded4628" /><Relationship Type="http://schemas.openxmlformats.org/officeDocument/2006/relationships/notesMaster" Target="/ppt/notesMasters/notesMaster1.xml" Id="Ref519fa39e3842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e401e67d674ee1" /><Relationship Type="http://schemas.openxmlformats.org/officeDocument/2006/relationships/notesMaster" Target="/ppt/notesMasters/notesMaster1.xml" Id="R03e757562a4740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ab6ee2294e402e" /><Relationship Type="http://schemas.openxmlformats.org/officeDocument/2006/relationships/notesMaster" Target="/ppt/notesMasters/notesMaster1.xml" Id="Rc2d05176ef3447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e78282f2044ff1" /><Relationship Type="http://schemas.openxmlformats.org/officeDocument/2006/relationships/notesMaster" Target="/ppt/notesMasters/notesMaster1.xml" Id="R6c73cc06efb145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f34560d9d34a45" /><Relationship Type="http://schemas.openxmlformats.org/officeDocument/2006/relationships/notesMaster" Target="/ppt/notesMasters/notesMaster1.xml" Id="R5d6fa44db8ec4f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ae7e431510484b" /><Relationship Type="http://schemas.openxmlformats.org/officeDocument/2006/relationships/notesMaster" Target="/ppt/notesMasters/notesMaster1.xml" Id="Rc5d187ec9a7a47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3a80bc1c643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caf3cff34f474f" /><Relationship Type="http://schemas.openxmlformats.org/officeDocument/2006/relationships/slideLayout" Target="/ppt/slideLayouts/slideLayout1.xml" Id="R46ea72baf80348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ea72baf80348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5a76054c0483d" /><Relationship Type="http://schemas.openxmlformats.org/officeDocument/2006/relationships/image" Target="/ppt/media/image.png" Id="Re2e47e5222ca4b47" /><Relationship Type="http://schemas.openxmlformats.org/officeDocument/2006/relationships/notesSlide" Target="/ppt/notesSlides/notesSlide1.xml" Id="R45286e8cf0a049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0974d5bdf42e6" /><Relationship Type="http://schemas.openxmlformats.org/officeDocument/2006/relationships/image" Target="/ppt/media/image2.png" Id="R6efa9f544f3b4a92" /><Relationship Type="http://schemas.openxmlformats.org/officeDocument/2006/relationships/notesSlide" Target="/ppt/notesSlides/notesSlide2.xml" Id="Re9e89484051b47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b2d6d2e6f4eb9" /><Relationship Type="http://schemas.openxmlformats.org/officeDocument/2006/relationships/notesSlide" Target="/ppt/notesSlides/notesSlide3.xml" Id="R54702bf803454b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7641361ff418c" /><Relationship Type="http://schemas.openxmlformats.org/officeDocument/2006/relationships/notesSlide" Target="/ppt/notesSlides/notesSlide4.xml" Id="R0cb960edf76b47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92eda086446ba" /><Relationship Type="http://schemas.openxmlformats.org/officeDocument/2006/relationships/notesSlide" Target="/ppt/notesSlides/notesSlide5.xml" Id="R36b95359297d4a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659d568a4480e" /><Relationship Type="http://schemas.openxmlformats.org/officeDocument/2006/relationships/notesSlide" Target="/ppt/notesSlides/notesSlide6.xml" Id="R05f02a144ec94b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825c143654d8a" /><Relationship Type="http://schemas.openxmlformats.org/officeDocument/2006/relationships/notesSlide" Target="/ppt/notesSlides/notesSlide7.xml" Id="R1486f1ec460944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ade3a7e264aba" /><Relationship Type="http://schemas.openxmlformats.org/officeDocument/2006/relationships/notesSlide" Target="/ppt/notesSlides/notesSlide8.xml" Id="R780b8f1b37e54d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021802db14903" /><Relationship Type="http://schemas.openxmlformats.org/officeDocument/2006/relationships/notesSlide" Target="/ppt/notesSlides/notesSlide9.xml" Id="Ra1212ab37b2e4b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d78d9455941fe" /><Relationship Type="http://schemas.openxmlformats.org/officeDocument/2006/relationships/image" Target="/ppt/media/image3.png" Id="Rd11f9c726725403b" /><Relationship Type="http://schemas.openxmlformats.org/officeDocument/2006/relationships/notesSlide" Target="/ppt/notesSlides/notesSlide10.xml" Id="Racf32cdaceac49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A4F21A-68CD-47FE-923A-67B5983F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DA9B2-8005-4FB8-BA73-73597BD8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FA32F-1698-461F-B2F6-9A5C842A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4C1FF-7216-4012-936F-5374EBBB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D384A-010E-406E-9230-717C9B7D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47e5222ca4b47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A4335-0620-4211-9B6C-44EF2C3B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6600D-FB8D-4A88-B837-BE63C97D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Transport &amp; Logistique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8A252-9CE3-4D9B-91C4-1B183CCF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Mieux piloter les opérations terrain, les flux, les retards et la qualité de service en environnement distribué.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A1438-17D5-465B-94BA-CE261168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acteurs du transport, de la mobilité, du fret, du portuaire et de l’express qui veulent faire gagner du temps aux opérations et rendre les KPI plus actionnables.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3B4C2-33A0-492B-81E2-FB14919D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C9E91-B63F-4513-A858-B6B8BD1A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3BF3B-2CCD-4FA5-B37B-7F696749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5957A-B27C-4D44-BC1B-39376085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1091A-1537-41D7-9665-2ACB210E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02968-2398-4E8F-8AE1-A24969FF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Logistique / Express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E5454-6306-41C9-B0C3-E0E3E7E2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A49BC-4F7C-4697-82B0-DBA21B85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Logistique portuaire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D97F5-2D0E-4A74-AF7B-E05CBBBC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C27640-A7FC-4AB6-892E-285B3045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Transport en commun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C0BAE-2C1E-46BE-A4A1-6B071DD3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965C2-DEE8-440D-954C-4190F010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Transport ferroviaire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D47F30-B94E-4235-B290-012CC6CD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BA426-9664-4ED8-9A1A-9164FEB1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113DE8-49F7-420B-8086-0CCA0EA0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DEC6DD-01F5-4746-9DB3-35489EF1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93790A-08FB-4420-8D70-B99CAD07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CA3843-ACB8-4891-9FAB-188F4A75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F90A84-EFA9-4D10-B0C7-7E5AF835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B84DD4-A513-4BAC-BC12-400C0229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1A2A48-5DBE-4127-9FFC-5BCCDE04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F9B810-4CB1-4E50-9A76-2EA8DC27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A4DEA5-6110-4307-8C71-08D4DF2C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9D2D1B-660E-4F3E-8B09-511D9DF8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F16B4B-B5E4-4E96-9E08-E0860D7C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3D64FF-6555-418E-B5A5-47388D61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C5E606-3E8A-426E-A89D-5C1C4C87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15344D-4E45-4BC7-9FAE-D5422163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114B64-9FE0-4F86-9B38-D3C42205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E994DD-0973-42F6-8876-1AC64AB8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88369D-01AF-4E47-9400-BAEE3D4B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08BD4A-3016-4A1F-A4A9-0E094EE5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5CA88D-C59D-4768-9FA7-3E199AB2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C83B05-5F62-409E-89F6-D669A3FE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663614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E95E1E-8A90-48E9-A220-ED0BB662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278B7-5989-4B95-8FAD-936716AE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C21AA-7377-45A3-80D4-71EDD4D2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transport &amp; logistique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20BCF-6426-4245-80B1-F4BA8A19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ROI se joue ici sur la coordination terrain, la réduction des retards, la lecture des anomalies, la fluidité de service et la capacité à mieux commenter les opérations.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3977F-9A91-4BF9-A2AF-A16DADB6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a9f544f3b4a92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16AD7-FF96-4D68-8DD4-0DCE8983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5452C-7C05-46EE-8D51-CDB44498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AFB8B-8416-4113-8631-9D1A81B8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FCC9C-0729-4D07-B354-743B30F6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FDAF8-0C43-4397-B094-92F6C562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806F4-2281-4BDC-8505-6C0E7F61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56A1B-9B64-4662-B377-93F7F3CC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98278-08FD-4F3A-B716-4EC880B6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Logistique / Express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28DFD-1B8A-4644-9F61-08E4734A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B9580-546D-49E3-BCAD-A2E90EB0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Logistique portuaire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1A189-07FB-479A-A675-2B49710E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370579-9801-4A63-B58F-FD0837BD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Transport en commun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55234-EA19-481C-A2BE-192D9455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48D5A-190C-4478-AD5B-E0FDEF34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Transport ferroviaire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AC5C2-7979-4B1C-B233-B31500D6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C10F85-3A19-42D1-9AE4-8096CBA7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Transport / Mobilité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503D06-F204-4815-88D5-73A680DC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84DAF3-CDA9-4B10-8070-61478411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83C28B-FDEE-452B-B1D0-9812E4B5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5AA3B3-BA7B-462E-9D4B-FA9833AE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097859-924F-4299-B30B-50B1EC64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2DD8D5-657F-4641-A0A0-A4BEBC00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55342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E87B2A-D60C-4E18-B237-95349522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3A4D2-3060-41CE-8D30-1E21B6AA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F8375-2CE0-43C9-8D93-1AED4EFF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651C6-2726-47E1-B565-F55B5ECF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2D72C-5905-47F0-8338-5890FEA8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94600-681A-4310-AB6B-59768B6A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C1862-E312-47E6-BACB-2FAC2C83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Informations terrain dispersées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EA039-BDEA-4BA5-B8A7-3077F931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47EE7-7ABB-4B9A-9D2B-4197DF59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opérations, incidents, tournées et retards remontent par plusieurs canaux et sont difficiles à consolider.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C3CA2-468E-4793-9F2D-A2550F39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E782E-5FD1-47FD-9827-5F75A029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des synthèses plus rapides et une meilleure visibilité sur les priorités d’action.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4E70A-853D-46E8-8A58-4E7BC635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92F9A-F13E-489F-BEB9-6F744950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7884C-410E-46AE-B5F0-85FA3895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des flux peu commenté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D8286-5619-4E6B-8865-CF9122BC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7194EA-353C-4BCF-91EB-A41F365E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KPI existent mais restent peu reliés à des analyses exploitables pour les responsables opérationnels.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6DAEF6-C93E-409C-85F2-47198A66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C259B-D694-4F43-800E-9E53C4E1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indicateurs gagnent en contexte, en commentaire et en capacité d’alerte.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DCC8F-1147-48E2-8289-5040CA78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DE85EE-AB23-4529-B2AC-1E8FB072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B73B6-48D2-4E21-976B-009FA23B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Service client et opérations trop séparés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B0A9A-5DD5-4819-AD4E-95DF82C3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B103B-D091-4055-B99D-1756C4CD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client vit les effets des retards ou incidents avant que les équipes ne disposent d’une réponse homogène.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1168CB-2360-4EDC-B89A-D592A9F7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769F08-C3B2-402F-9388-F16704F4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opérations et la relation client se coordonnent mieux autour d’une information plus fraîche.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82B13D-9858-4128-A8EF-48506926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89664B-E213-4FFA-85FD-8023D96C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BF0880-E32D-49A2-B204-EE6EE84C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Maintenance et anomalies traitées tard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A3F185-6EFF-42A3-8380-1602398F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4DD4EE-1E8F-4663-8202-D33CB9DB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signaux utiles existent mais sont peu capitalisés avant que le coût terrain n’augmente.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8F6AFA-0297-4427-84DB-E027F223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79D462-6748-4235-AB36-E8DAED69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écarts et incidents deviennent plus visibles pour permettre une réaction plus rapide.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016634-9FFC-43CD-8AD7-E7EF3C1C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4912F9-DC9F-4540-A1C0-5AC38291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8E725B-851D-4B3A-BFD2-2318086C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46CEC2-C6D8-4919-B2F8-EF979CFD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462545-3835-4AE5-82D9-5E4AC74F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C34ECA-444E-448F-8AE6-E0B54D7F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32534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FE7BCF-0DC7-42B7-9A1D-6CAE00C1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51724-5A9B-46C7-A92A-B744B858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FF1F3-7834-4CD6-8A8C-58CA5613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324D2-C03C-41DF-8ED4-01C8FB9C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F2D96-1656-4CF7-8777-B98EB5B5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3A0A3-DCF9-47C5-8A1D-022A1172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Moins de retards subis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146EB-A1A1-4A6E-8DB9-E5400819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dans les opérations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74656-A17C-43D0-9304-697409C5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meilleure lecture des points de friction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96A00-6F57-4B4C-9C10-7CC7B9E1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2356F-CEB9-449C-9E4B-911EE14E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Coordination plus rapide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156F34-9AC3-4DB9-B0E0-3975F22B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terrain ↔ managers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DE4CC-AEFF-4F8E-9CD1-C95B746D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synthèses, alertes, relances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FBE32-100E-4A48-A1CA-D1C063D0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25852-09AD-4028-9E1D-17350301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Service plus homogène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F8642-F096-4501-AC0F-856788F0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côté client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F76B2-D01A-4286-A7B1-B50A2F57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information plus claire en cas d’incident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47671-492D-4E70-B682-EABFE623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82FDC-5691-4561-9769-19D4AC88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KPI plus actionnables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3CF34-877F-4A64-83C0-9CE1CFB3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l’exploitation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56609-9BB4-4DAB-BC09-58CC4F58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commentaires et priorités visibles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F27BF2-592E-4EB0-B331-F62D3C4A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643EC7-DD6E-4FDE-A14E-2684B45D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37333B-C56D-493E-8630-DB338BCE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04EF49-6771-4478-8F2A-4F054C32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FF0956-6661-4345-9F5B-C894CB7E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FEACF7-8485-43A8-953E-D7EF983E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478EE3-BDD9-4CC9-921F-B152818A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13348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9D2B72-14E4-4E23-9D66-CD990989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E76C1-64A2-4764-84CD-11370437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58A66-9BE2-4B20-9157-840958F6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736CE-6563-4F87-99EA-6B654168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B9028-EEFA-4801-A91A-E42372B8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A71CC-987A-4CD3-9126-CA532B6B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A2A58-19A8-42A3-BCFD-D9821E27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Cockpit synthétique des opérations terrain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933C5-70B7-4E51-B11F-94922E61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00A02-3097-4761-A9DE-21B99F71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responsables reçoivent beaucoup d’informations mais peinent à voir rapidement quoi arbitrer.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2B817-1474-40A8-989F-F26E46D9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5338D-566C-4988-8FB9-9A431FF1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flux et incidents sont résumés de façon plus lisible pour l’exploitation et le management.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A5F2B-03FA-4729-A5D9-3E3DD86E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9BCDD-F430-43A3-9972-78EF2CEB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lecture des incidents ; réactivité de coordination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FD00F-4AB3-458C-BFE5-77189E8D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A1F07-A3BC-4BA0-AB0A-A6462E87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075E9-02B5-44C7-A32C-5149A29F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Gestion de flotte et suivi d’anomalies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1BF3B-8800-4B69-B0C3-18B06122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91E97-9210-4A27-9AEC-C9A26B06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données de flotte, trajets ou mouvements sont difficiles à transformer en décisions rapides.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D89F4-3542-4E93-90CD-0B78CEF1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DA40E-8575-40B7-BF37-F354AA05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anomalies, exceptions et priorités ressortent plus tôt pour les équipes concernées.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7C33C-EC4F-462D-AF28-C2333DA2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1BA498-E117-45B6-AC80-5E6D6F26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détection ; nombre d’anomalies qualifiées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36E30C-56BF-4DD9-BD40-5D1D76E6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C63CC9-755F-4586-8607-B214E55A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CD6CFD-D86D-41D5-90D5-DFC4111C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Interface opérations / service client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85981D-B8EC-4D8F-9953-0B87AEA9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1B4D10-DEF7-4DBE-95BB-57F535D0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relation client manquent souvent d’un message cohérent et actualisé en cas de perturbation.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367DEF-FE3C-49F7-A2E2-30C7AC8E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175068-1709-432A-9CC7-41853450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réponses client s’appuient sur une information plus consolidée, plus rapide et mieux formulée.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C7EF50-1D83-4F4E-B374-215D2381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4AD014-E524-4D53-841B-0AA3C808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réponse client ; taux de résolution premier contact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2350F8-B808-4A81-9BDF-3F4ECB16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A4917C-D90B-4B44-B731-47B56A90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3ADAF9-D7E5-4687-A937-559FC0B2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Maintenance et support prédictif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369500-1BDF-4088-9454-1A5D2B9D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8DA28A-4892-4DF2-8F7E-55D5A92F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signaux précurseurs sont traités trop tard ou mal commentés.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531771-4640-4C80-B164-57F92487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FD9DFC-26DD-41CC-886F-19522B87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L’IA aide à structurer les alertes, historiques et points d’attention avant action humaine.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09BDF9-50AF-400C-B4DA-88DAA61C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D6DD75-2235-485F-95D6-BAC90D79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Délai d’escalade ; temps d’immobilisation évité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662AB3-4CA5-459B-ACD7-A162C0AF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E3C1BE-D6B6-44E0-BEF1-CEA23C95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653AB3-AC2D-43BB-90B2-8847D02E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9351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5F2DD5-18A4-44DE-A34C-AC095854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84A61-6F3F-438D-BFCA-47AFB8A1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8D02E-C5F0-450F-9F46-FEB0BEFE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1464D-AEF8-4FE6-B235-E619E6E7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A6D39-1C1B-4893-BD20-D826812D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83E2D-85BD-4615-83E2-CF174E4F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772FF-5D91-4B36-B481-BB479A4B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Cockpit synthétique des opérations terrain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FDDB3-4B2A-4EB1-99DB-048E8321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C4406-1DDA-420C-A0D1-E7DC245E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responsables reçoivent beaucoup d’informations mais peinent à voir rapidement quoi arbitrer.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3EB1D-34F9-4EF1-BC53-4014078E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BA6EF-7DAE-44A9-A196-7800502B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flux et incidents sont résumés de façon plus lisible pour l’exploitation et le management.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F02CB-DDF4-4092-BEE7-E16BC023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F707C-0993-4023-822C-4265DB7E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lecture des incidents ; réactivité de coordination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93F55-24EC-4DCA-9FC2-F5A1DE5A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73414-4EF2-4864-B70C-993C81A1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90644-7FCA-476E-8335-0D60A868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Gestion de flotte et suivi d’anomalies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28097-7268-4D14-B555-3B7F469B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3F54B2-1A26-4634-AD1E-22B0ED15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données de flotte, trajets ou mouvements sont difficiles à transformer en décisions rapides.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A6378-9CC2-404B-B5DB-C6B5F320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C8756-3D5C-476C-ACAA-2BB7A32D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anomalies, exceptions et priorités ressortent plus tôt pour les équipes concernées.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B95CF7-B7E0-4B79-ADAE-09CFB17D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E9B45B-9D89-4880-9F7F-3D7EE33B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détection ; nombre d’anomalies qualifiées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D0F238-B036-4580-A48C-7F68BFEC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346FA-9A53-44CC-B9B7-AF787B34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51AA57-CF5B-4CBC-82F1-9F04A19B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DEEB9-AFE4-4040-9179-5768D05C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CE4F31-E5AC-438D-9326-32082DE2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808917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268B0F-7F60-4686-A49F-46E8C4F1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C722C-9EE8-4E1C-9053-02E407D7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1258A-DC1F-48BC-9F0F-DB1AFE76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BBE67-0DEA-4B08-BE47-4402C86A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3320C-5AFF-4469-B7EA-9E247619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EE6A3-E739-40C5-A259-1C0FFFAF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3FC73-C7BB-40B7-A269-EC43CB8B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B8DE5-F947-4FDC-8A00-7F083984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A6EE4-A555-4603-93EB-5593F7DE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9246D-9164-44FF-9BF8-ECF9710D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 Flotte et Logistique 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E06FB-D2AF-43C3-8769-7F0842D1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74B57-C1BB-4A47-9AE4-D175CE33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CE1FE-AF08-4B05-AE2B-1BE7BA9E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FB61A-529A-42D9-A2EE-E15860CE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Planification et Suivi des Indicateurs avec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3A614-4248-4A54-BB22-63E46E34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C2504-C0C5-4CBA-B68E-A746D6BE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B7202-03B7-44CF-8223-5B993F8B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58F47-3E0F-450A-81B4-970CEEC4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des Achats et Approvisionnement 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5F6BF-5DF3-44AD-8A77-5F829E62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48C4B3-B44B-4203-9935-C77F58D7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D9C697-5098-4B9C-B94A-CB51F7B7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9272D-5F5C-4D43-A905-31CEEF03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Relation Client Augmentée par l'IA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A5342-DF09-4D48-9CBC-BE73A6A3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92B9EE-21EE-422C-967E-EF02352D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0011A8-744B-4D95-B206-F4A71CD1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26415B-2310-4E4E-B395-39755B67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Optimisation des Processus Métier avec l'IA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2229A7-BEF0-4443-BECB-CE8FD57C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B75D4C-EE7D-4755-882B-ABD5DFB9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CAFEC0-E8A3-4FA4-809A-55BDE05E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C85F90-57F1-49DE-962B-9DE12EBF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Support Prédictif et Maintenance Anticipée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F6E6A3-1314-4023-876A-3BDB007C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4743DD-D463-4D7A-84F0-02A0DB13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40A4C6-84A9-4B74-ADB3-C5E91C04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Aider l’exploitation à voir plus vite les exceptions, retards et points de friction.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relier les équipes terrain, managers et service client autour d’une même lecture opérationnelle.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Structurer des routines de suivi plus homogènes sur plusieurs sites ou réseaux.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Mettre en place des KPI commentés qui servent réellement aux arbitrages quotidiens.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0E198A-9B2D-4CE3-897F-FF74E195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32C034-DF7C-47F6-8F42-75B0381F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B03C4A-9008-42F5-B408-198AD4B8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49875F-D9E3-437F-90D2-273B10D0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711F28-D946-4A60-86A8-172EB4CE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82046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39CF01-F44A-432B-9F5C-444CA9A4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DF419-8CBA-4863-8956-2707EDC5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0B4F9-8AC6-4374-BA31-F018BF95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2DC71-DE82-4F4B-8676-CA3B657C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F427B-B8B2-4131-8ED1-17E82F33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39FBF-B899-417F-AB83-D534D601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834D3-8FB9-48D3-A345-7828A9D6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4450D-2351-4605-B890-FB8F5FC2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7A520-E4CE-4930-9B88-FB959748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D67E9-51E5-4299-A59A-DE15280B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10F39-2813-4258-AB2F-B6FC33A1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1910E-650E-4285-AE8D-120650BA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0F7FD-F643-4088-991F-1170638F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72146-C0DF-4F36-B5E1-936EE98C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D2F93-F8A7-4550-A530-FE36E522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B02F6-D614-4C88-B453-69252A64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10A2C-B6CB-49F4-8545-D0FC5379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0BCFB-3B92-4CF0-A0B2-F1C2E0C1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B8801-3737-44A2-B652-6A2D25AB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19F59-7E4C-4DE3-9786-3EAEBC42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640CD-D384-40EE-A177-C7927DD6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7094FA-987B-411C-87A7-530383E0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DCFD20-BC1F-49AC-B7B9-FE21ACE8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59C6A0-1EF1-4247-9626-7B0F5F04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D62558-C7A4-4E94-9F22-D7CDB873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049BEB-E286-40FC-94BD-571E5CEE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C46D63-4CB1-481F-A87E-EEA9C610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F0D16D-48E9-4558-89E8-B065F9A0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ECDDAF-29FD-453C-BBC9-0D6D4117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6C0617-42CA-42E9-BB6D-9E53B6A5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211964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CF45F8-9F44-4891-BF86-69FB6F62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00EF7-F241-4103-9226-9ADDAFAF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88962-2023-481C-9F0C-EFCBA7F6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transport &amp; logistique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B4B32-B7C8-44C1-83F4-A8133CAB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4B91B-5C4F-4E40-BEC5-37595F52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87B7A-435B-4FCD-AE2F-79FF8D18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FCDD9-A460-49F1-9FD3-7A0C26A2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7B09D-F605-4D46-B1F7-F303B285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Transport &amp; Logistique.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54047-ADDC-43CB-A4F4-ABE632E5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4F526-24FF-427C-B754-6A3FB217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3072B-26E1-472E-B81B-7C0304CD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DE832-0BC7-4408-9BB6-971A67CF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4AE47-3B31-44BE-A3EA-60F36276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FC285-A78C-44D4-83C8-5024FF79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82269-66C5-49A0-8EC8-1157BC0D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30D05-4012-4882-B0E3-6046ABE5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D98B6-C96D-4297-8C57-6B22E9FD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E6158-1CA4-4D91-A823-54E6226F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CA2BB4-6783-47D4-A811-9BDF45FA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B4D57E-6BCA-4436-AD60-B2DE451A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28C56-31FD-4D22-A44C-A3D78EDC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521F88-3D36-4962-A03E-AEB0683C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CAEEB2-23EE-44E0-ACC3-9403A1CD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BE2039-82BD-48F9-9C82-97620F66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4FCB9-4159-4A6F-A5E1-6210B125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47B960-5498-4F1D-BDBE-89CA302E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9E7A6F-8345-4E1E-BE27-90BA92A0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3049951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8B1794-CFE1-42C6-BBE7-CD31BA19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C857C-A233-4AC5-A3FA-B854A0D9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f9c726725403b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93C42-507D-4A85-BF0D-FCA9DD5D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A12A7-F91F-4AA6-A9A2-9597F483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B1086-719E-4F87-93BF-B235CC1E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CB9EC-D6FB-47DB-BAAC-E53D8311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5D597-2726-44C5-ADA9-9957B3ED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F82B2-633C-4957-A639-00D07D0C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recommandations restent validées par les responsables d’exploitation, avec des règles explicites sur incidents, sécurité et supervision humaine.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DE97A-7E50-4082-9582-18B77D2B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162A2-BCFE-453E-9FE3-14652904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894BD-A8A0-43E0-B695-2C8F6F69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5A62B-56AB-44D2-8D68-A64223D0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3FCF9-052F-4439-A2B7-95690B2D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5CD8C-FFE4-4312-92F8-99C8191A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AD201-FEDC-44DD-8375-3F3B327E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A8A46F-A77C-47C5-ADA6-A9E1FC6D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58CD5-C84C-4C9F-9F6F-12A60E77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Logistique / Express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C576F-F787-4327-8C5C-81294A8C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14FEF9-38DD-40E2-ACA3-4D6371F2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Logistique portuaire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4D5B8A-24C0-486A-9FEE-FEC58B0D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4565E-FE21-4241-BAD0-A916932D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Transport en commun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453963-BF82-438D-91FB-63CB1AD6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13A9DD-9ED3-4ADA-94A7-05728CD9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Transport &amp; Logistique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784D85-EE2F-4BF7-95E7-D02B6293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30208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2026-06-12T16:04:12.4360000Z</dcterms:created>
  <dcterms:modified xsi:type="dcterms:W3CDTF">2026-06-12T16:04:12.4360000Z</dcterms:modified>
</coreProperties>
</file>