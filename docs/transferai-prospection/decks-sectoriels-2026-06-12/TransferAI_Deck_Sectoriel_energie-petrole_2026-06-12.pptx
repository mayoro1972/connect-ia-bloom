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4e9b0c2bf74ee6" /><Relationship Type="http://schemas.openxmlformats.org/officeDocument/2006/relationships/extended-properties" Target="/docProps/app.xml" Id="R5743efb6bc744d7c" /><Relationship Type="http://schemas.openxmlformats.org/officeDocument/2006/relationships/officeDocument" Target="/ppt/presentation.xml" Id="R21737d9cda2d45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16b3cb1da343b6"/>
  </p:sldMasterIdLst>
  <p:notesMasterIdLst>
    <p:notesMasterId xmlns:r="http://schemas.openxmlformats.org/officeDocument/2006/relationships" r:id="R04cdfdaf1bd04388"/>
  </p:notesMasterIdLst>
  <p:sldIdLst>
    <p:sldId xmlns:r="http://schemas.openxmlformats.org/officeDocument/2006/relationships" id="256" r:id="R814db3167baf4fba"/>
    <p:sldId xmlns:r="http://schemas.openxmlformats.org/officeDocument/2006/relationships" id="257" r:id="Rb2aeb2639e474d41"/>
    <p:sldId xmlns:r="http://schemas.openxmlformats.org/officeDocument/2006/relationships" id="258" r:id="Rbf2ed74e385d4164"/>
    <p:sldId xmlns:r="http://schemas.openxmlformats.org/officeDocument/2006/relationships" id="259" r:id="Rffb9b99b4694430a"/>
    <p:sldId xmlns:r="http://schemas.openxmlformats.org/officeDocument/2006/relationships" id="260" r:id="R455bd1cf8f7f4a88"/>
    <p:sldId xmlns:r="http://schemas.openxmlformats.org/officeDocument/2006/relationships" id="261" r:id="R9f814620d9224b80"/>
    <p:sldId xmlns:r="http://schemas.openxmlformats.org/officeDocument/2006/relationships" id="262" r:id="R8eee9789ea52433c"/>
    <p:sldId xmlns:r="http://schemas.openxmlformats.org/officeDocument/2006/relationships" id="263" r:id="R2ef500c05920433d"/>
    <p:sldId xmlns:r="http://schemas.openxmlformats.org/officeDocument/2006/relationships" id="264" r:id="R6b6b46850db24e31"/>
    <p:sldId xmlns:r="http://schemas.openxmlformats.org/officeDocument/2006/relationships" id="265" r:id="R7233d292608347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15528b14154c83" /><Relationship Type="http://schemas.openxmlformats.org/officeDocument/2006/relationships/slideMaster" Target="/ppt/slideMasters/slideMaster1.xml" Id="Rf616b3cb1da343b6" /><Relationship Type="http://schemas.openxmlformats.org/officeDocument/2006/relationships/notesMaster" Target="/ppt/notesMasters/notesMaster1.xml" Id="R04cdfdaf1bd04388" /><Relationship Type="http://schemas.openxmlformats.org/officeDocument/2006/relationships/presProps" Target="/ppt/presProps.xml" Id="Rae2e96f4e86f487e" /><Relationship Type="http://schemas.openxmlformats.org/officeDocument/2006/relationships/viewProps" Target="/ppt/viewProps.xml" Id="Rad2fc3344bc447ce" /><Relationship Type="http://schemas.openxmlformats.org/officeDocument/2006/relationships/tableStyles" Target="/ppt/tableStyles.xml" Id="Rf898fbb9471b46d5" /><Relationship Type="http://schemas.openxmlformats.org/officeDocument/2006/relationships/slide" Target="/ppt/slides/slide1.xml" Id="R814db3167baf4fba" /><Relationship Type="http://schemas.openxmlformats.org/officeDocument/2006/relationships/slide" Target="/ppt/slides/slide2.xml" Id="Rb2aeb2639e474d41" /><Relationship Type="http://schemas.openxmlformats.org/officeDocument/2006/relationships/slide" Target="/ppt/slides/slide3.xml" Id="Rbf2ed74e385d4164" /><Relationship Type="http://schemas.openxmlformats.org/officeDocument/2006/relationships/slide" Target="/ppt/slides/slide4.xml" Id="Rffb9b99b4694430a" /><Relationship Type="http://schemas.openxmlformats.org/officeDocument/2006/relationships/slide" Target="/ppt/slides/slide5.xml" Id="R455bd1cf8f7f4a88" /><Relationship Type="http://schemas.openxmlformats.org/officeDocument/2006/relationships/slide" Target="/ppt/slides/slide6.xml" Id="R9f814620d9224b80" /><Relationship Type="http://schemas.openxmlformats.org/officeDocument/2006/relationships/slide" Target="/ppt/slides/slide7.xml" Id="R8eee9789ea52433c" /><Relationship Type="http://schemas.openxmlformats.org/officeDocument/2006/relationships/slide" Target="/ppt/slides/slide8.xml" Id="R2ef500c05920433d" /><Relationship Type="http://schemas.openxmlformats.org/officeDocument/2006/relationships/slide" Target="/ppt/slides/slide9.xml" Id="R6b6b46850db24e31" /><Relationship Type="http://schemas.openxmlformats.org/officeDocument/2006/relationships/slide" Target="/ppt/slides/slide10.xml" Id="R7233d292608347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589899dcc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cf45344c44a4f" /><Relationship Type="http://schemas.openxmlformats.org/officeDocument/2006/relationships/notesMaster" Target="/ppt/notesMasters/notesMaster1.xml" Id="R3a0093e7da0148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8187cc5cc40e3" /><Relationship Type="http://schemas.openxmlformats.org/officeDocument/2006/relationships/notesMaster" Target="/ppt/notesMasters/notesMaster1.xml" Id="Refce42d1fd214a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c4dd7447b4a65" /><Relationship Type="http://schemas.openxmlformats.org/officeDocument/2006/relationships/notesMaster" Target="/ppt/notesMasters/notesMaster1.xml" Id="Rbc4d571b8af042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6d58599d14476" /><Relationship Type="http://schemas.openxmlformats.org/officeDocument/2006/relationships/notesMaster" Target="/ppt/notesMasters/notesMaster1.xml" Id="R504f893c48d14b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8f75326d3d485d" /><Relationship Type="http://schemas.openxmlformats.org/officeDocument/2006/relationships/notesMaster" Target="/ppt/notesMasters/notesMaster1.xml" Id="Rd1d13f59f90040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8d3bb2782042dc" /><Relationship Type="http://schemas.openxmlformats.org/officeDocument/2006/relationships/notesMaster" Target="/ppt/notesMasters/notesMaster1.xml" Id="Rd1a8206da43b42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bac74e45c94211" /><Relationship Type="http://schemas.openxmlformats.org/officeDocument/2006/relationships/notesMaster" Target="/ppt/notesMasters/notesMaster1.xml" Id="Rc4727b6b518542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b583529464170" /><Relationship Type="http://schemas.openxmlformats.org/officeDocument/2006/relationships/notesMaster" Target="/ppt/notesMasters/notesMaster1.xml" Id="R4db0d90cc05743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8378efe06d45ef" /><Relationship Type="http://schemas.openxmlformats.org/officeDocument/2006/relationships/notesMaster" Target="/ppt/notesMasters/notesMaster1.xml" Id="R57ac76e18c1640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ec498161004b6e" /><Relationship Type="http://schemas.openxmlformats.org/officeDocument/2006/relationships/notesMaster" Target="/ppt/notesMasters/notesMaster1.xml" Id="R77d399031381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483222885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71544d588470c" /><Relationship Type="http://schemas.openxmlformats.org/officeDocument/2006/relationships/slideLayout" Target="/ppt/slideLayouts/slideLayout1.xml" Id="R4c407887ed23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407887ed23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8dc74dc14ec2" /><Relationship Type="http://schemas.openxmlformats.org/officeDocument/2006/relationships/image" Target="/ppt/media/image.png" Id="R58f53a06cb054b15" /><Relationship Type="http://schemas.openxmlformats.org/officeDocument/2006/relationships/notesSlide" Target="/ppt/notesSlides/notesSlide1.xml" Id="Rdad1d6731c3e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c9194a5554714" /><Relationship Type="http://schemas.openxmlformats.org/officeDocument/2006/relationships/image" Target="/ppt/media/image2.png" Id="R6570e382de9447f3" /><Relationship Type="http://schemas.openxmlformats.org/officeDocument/2006/relationships/notesSlide" Target="/ppt/notesSlides/notesSlide2.xml" Id="R3031aaedddc4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a8567db45446e" /><Relationship Type="http://schemas.openxmlformats.org/officeDocument/2006/relationships/notesSlide" Target="/ppt/notesSlides/notesSlide3.xml" Id="R048f3d8fd0714a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6db45c4684f49" /><Relationship Type="http://schemas.openxmlformats.org/officeDocument/2006/relationships/notesSlide" Target="/ppt/notesSlides/notesSlide4.xml" Id="R7528bb128b1d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9de5836584f6a" /><Relationship Type="http://schemas.openxmlformats.org/officeDocument/2006/relationships/notesSlide" Target="/ppt/notesSlides/notesSlide5.xml" Id="Ra7e28ddbdc504d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53851bd1a48d8" /><Relationship Type="http://schemas.openxmlformats.org/officeDocument/2006/relationships/notesSlide" Target="/ppt/notesSlides/notesSlide6.xml" Id="R9baa2ac60d6848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b76d58a6e4cba" /><Relationship Type="http://schemas.openxmlformats.org/officeDocument/2006/relationships/notesSlide" Target="/ppt/notesSlides/notesSlide7.xml" Id="R2a0d48913ee0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5b7c53dd4599" /><Relationship Type="http://schemas.openxmlformats.org/officeDocument/2006/relationships/notesSlide" Target="/ppt/notesSlides/notesSlide8.xml" Id="Rcb7f133139674d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07f6b1a2346a7" /><Relationship Type="http://schemas.openxmlformats.org/officeDocument/2006/relationships/notesSlide" Target="/ppt/notesSlides/notesSlide9.xml" Id="R92b8719251bd4a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3366aef6b4deb" /><Relationship Type="http://schemas.openxmlformats.org/officeDocument/2006/relationships/image" Target="/ppt/media/image3.png" Id="R36723ba1155f424c" /><Relationship Type="http://schemas.openxmlformats.org/officeDocument/2006/relationships/notesSlide" Target="/ppt/notesSlides/notesSlide10.xml" Id="R78a91d9b2a7f47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F088D-E5BB-45E3-BFA3-471F8AF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DB1E4-6F8A-4E92-92E1-CDD5010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6CB3A-7620-40DB-A479-EF66785C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7E794-EAD5-4134-9E1B-21DBEA5B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7A217-37C9-4FEB-9AA7-4BA7F0A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53a06cb054b15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AD32D-5009-4085-8C64-BF41E0D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DCBC6-73D3-42A9-92A9-68D2FC66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Énergie &amp; Pétrole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97630-DF11-45A2-BD9E-8D9088F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piloter les opérations, les comptes, la maintenance et la qualité de service dans des environnements sensibles.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BEF3F-B5E9-4E67-A62A-D548A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acteurs de l’énergie, du pétrole, du gaz, de la distribution et des services associés qui veulent transformer l’IA en coordination, rigueur et performance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D04ED-9657-4830-B6E9-56F1C16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21409-A258-444D-A358-909EB865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AC2B6-F128-41D3-9D67-C156CDFA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BE84D-04C5-43AA-A3C0-62862F1E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955A0-6575-455D-9AED-841E845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D5317-B932-4F02-B980-3AE46E0F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0C1BE-AF94-4A95-9C78-513E2E3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3FBFD-8744-4E9F-AD0D-A80FCFB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3E687-E008-47FB-8A7D-5E3CC5BE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203F0-0EC1-411F-BE4F-68AD7CC9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524C4-4593-41BC-A0F4-C4F6486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7DEF1-7ACA-4601-8181-95B01836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Stockage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4B3E7-E379-42B4-8447-5F47E4F5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8DD45-7464-49BA-94FF-DC2DFE99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93E70-A5EA-42D6-B423-D669428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BC263-5172-41F0-96B1-EF95D79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F1F97-A94B-4027-822E-E5FEAA6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3C0F01-2465-40D1-B9FF-3DC0912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D8B3F-F4C3-40A8-94A7-A8903DF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CFDE8-0B16-4670-AA21-B0C102E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B8B63-FF5B-499E-B02D-8FF55EF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DD69DB-EAAA-4B3A-A5AE-AE7525B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A6A15-52FD-4629-962A-A648B86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1E3CC-25F0-46AF-9432-EBE4E109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DAB7CA-2E06-4F02-A192-706F1314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A02D1-1979-40C6-BC3E-4FF258B6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BBBF2E-85CD-4B40-A28B-5C5D649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D34DF6-540B-45CF-9C5C-5B7D02C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5D86B-81B7-4FD7-B79C-D40C41B3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E53EA3-276B-4D44-8D94-17336A1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6349F3-7BB3-42E3-A4B6-077BCCB2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F58021-4382-4CD5-8477-65425BF9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79E24-BF3E-471C-8C5D-B09DF23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E0F0A0-D82F-426F-8E87-C1E8874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7617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FC1C39-E3AE-4D5C-ADDE-5E7A9B4A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B13F6-389F-44D4-AC0A-566117DC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9ED2D-2E85-4E03-B1CB-0B3B61E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énergie &amp; pétrole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7C54D-0B84-4280-9EA6-51BDB34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ces contextes, l’IA doit rester très concrète : mieux commenter les opérations, réduire les délais de lecture, outiller le service et sécuriser la gouvernance autour de flux critiques.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64CA2-3930-4E56-8E69-16628B6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0e382de9447f3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4C10-17E0-4BD3-9F86-43856C3F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06E43-0B38-450B-9771-D3F70DB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6C46B-14CF-4D0B-AC3E-3CA3A844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CB8AD-297E-4EF9-BA63-E1B3C9F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EA9EC-6938-484E-B6ED-54B1947E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8A79F-C655-479B-B42B-20DD26C7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19DC4-77B4-4EF8-A1A2-DE77ED2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A2982-3C26-4B00-9543-3120CF6A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81B01-DB5C-41C1-BC01-5E06B5A7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70C79-1201-47DC-95A9-8F5C25D2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2CB77-E3A5-4329-9037-2A2A490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E83D3-E076-4386-A93E-3FC78743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AA04D-B4E8-4CE7-9F00-24258FF4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8B94B-7EA2-4C3B-98D8-F11645D7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Stockage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B1800-83F5-48BC-BE23-F18B7AF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3014B-DDBC-45FF-BF13-C564904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Mines / 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88969-FC31-48A4-826B-9F5844AA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CB1C8-81C4-42A2-90AF-21A8BF73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FA79E-E789-4084-AE2B-B9998EF8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08A04-A2A0-470B-8975-74091C2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D81C2-9302-46AE-85C0-5149AE2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32995-7227-4ECA-A26B-1A893630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47612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2AFDB-284F-4871-8709-49028265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02AC3-23F9-4215-BB3D-DE9E62C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1E861-E0F6-47CE-8270-4722F68A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77E60-F742-492B-89D4-727D77E4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A3DBB-6F50-435C-8FCA-0CD3E4C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73B32-BF38-440E-AF20-B2476441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72BFA-0B51-4E9B-8BD7-148C1C7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Multi-activités difficiles à relier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97DBC-7FB2-4B39-B4DE-895B11E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0FB0D-6E76-410D-A299-9AD6556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Comptes clients, distribution, maintenance, réseau, service et pilotage remontent dans des circuits séparés.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08C51-7309-4FA9-BBDA-180E4EB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17048-8F2F-45CE-AB7E-D253BC45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une lecture plus consolidée des flux, incidents et priorités d’action.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03EEA-A3B3-4C6F-B54D-CBB420BD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8BD5F-4EB1-48D2-81AA-6E736F65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01517-B368-4BD5-82D6-5204844C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des comptes et opérations trop 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7E599-7853-4059-BB53-6D4B1FD2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33EE6-DBBB-48B5-9FC6-9FA4B97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doivent assembler eux-mêmes les éléments utiles pour suivre portefeuille, recouvrement ou performance terrain.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6A2FF-AD5E-4D71-BC99-9AD6BBDE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3FAA7-20D8-43CB-A577-B19578C9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et alertes deviennent plus rapides et plus lisibles pour la direction et l’exploitation.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1D144-1846-4AB9-BFFF-386FECBA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AE40B-367C-4033-94FB-A085500C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6D7F1-E80D-46F7-BC84-0242B8E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anomalies coûteuses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9FA8E-10DA-46CE-89DF-332DABA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B453F-7412-4FFB-B532-A372B7DE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incidents, signaux faibles et points de vigilance ne sont pas toujours visibles à temps.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8476F-5EB4-4182-94A8-8C9AF25D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AECD3-4C02-4B5F-A8B1-C73F83C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historiques, alertes et retours terrain sont mieux exploités avant arbitrage humain.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D6166-0F8F-4502-81DC-8EC4E8A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B17C6-D953-4765-8346-606D8307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3C4C3-3ABB-4B3B-98A3-6945F0A6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Cadre HSE et conformité à structurer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E46B1-CC60-48B0-9EDF-A6B297D3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39498-54DF-4B7C-9980-38DA6D5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doivent concilier vitesse d’exécution, qualité documentaire et exigences de sécurité.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42F3EF-5953-425D-BD62-3A36ECFA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1A81FE-2733-4A5F-8330-40B49DF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dispositif gagne en traçabilité, en standardisation et en discipline documentaire.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835A7-7205-4555-9471-30108111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CAE7C-4377-4733-A929-BF75692F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C86585-0097-40ED-B07F-5CF5D51B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A99340-9A84-4EE6-B11E-700BED5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1AFFA6-2C70-43C3-B807-CD50F26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42C67F-A6D7-4797-9D62-DFB7B8C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07375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646EF-AA9E-4CE3-B374-716C56B2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4B948-C4D9-4DFF-AFEE-87E6CD95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1899B-FC7E-4EDA-B21C-5B1AEE59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DC58E-8014-4715-9806-15C9AFA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1D24E-F909-41B6-B473-A26DA0A9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CC01C-6336-4CCF-9885-A02CBEC6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BCC16-9780-499A-A3B9-B8745493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comptes et opérations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F8F60-098C-49A9-A112-9CFD267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synthèses, alertes, portefeuille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CCE38-FC2B-4207-A67B-9B3B94C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5DF81-B700-4CD1-BED2-F331066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dispersion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63010-AA68-4BDA-96BD-4AF3979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terrain et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B06BB-A78E-4301-94FC-679B09A4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 plus commenté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C615D-3E05-4154-A9C0-BFF0DFB7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812DE-E668-43A2-9E93-9AB67E6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Réactivité accrue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CCDDA-0963-4B95-826A-2AAD5FE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anomalies et 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F9856-AAF5-4537-9D77-1BAB5050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signaux utiles mieux consolidés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42319-5183-4783-B84E-4C762BD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FE272-981F-431A-B232-6A323906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Cadre mieux maîtrisé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ADA32-62CA-4F3C-9818-255A8EF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HSE et conformité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D128C-EA37-470F-8207-4EE341F3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documents, standards, pilotage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AC96F-432F-406A-A3D3-76C56D55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815E4-6F5E-4F3C-9520-5D1708A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F8409-72B9-4E1D-B59C-B1698D2E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CD1FF-0B08-43CA-8F83-0671263E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58489-78A7-4EA8-8D7F-6FF8C57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11FB8-1CB9-4233-B5AC-3ED770AE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880A6-705E-48FD-B1EA-9EFDA418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9206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0BBE3-7767-4AE1-BD0A-98D0E6C0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1DA76-42BA-414E-BCF3-D187D1B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670E4-E6D4-4DBA-B100-EB5F8272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8A596-1763-4882-9DE5-1E66F75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76DF0-4DE7-49B7-B1A6-C2CBA3F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83314-53EE-4C8D-812C-0729A5B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1E7F-8163-4946-B18C-78EC397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comptes professionnels et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C33F9-4E9F-495B-A11F-7F0C32D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3FB39-8BF2-4EA7-ADCE-983B91E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informations utiles au suivi commercial et administratif sont éparpillées entre plusieurs acteurs.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11E39-3A9C-4A10-A7B5-AE7F78F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95DF3-2422-4D29-B1EE-E55F1AD3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synthèses plus rapides pour suivre portefeuilles, relances et arbitrages.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CF7AE-1317-48E6-AE61-793571D6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938F7-3FF3-4235-ADA0-D063DBA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comité ; délai de relance ou décision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89A28-0036-4434-AEFF-FFB352A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422BE-E641-4327-950F-411A2B7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E245C-BFD3-4C84-A20C-FF0AB839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Maintenance, support prédictif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F0F01-2E5B-437C-B0ED-1C8B751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83406-3F45-4F61-837A-5D1D932A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points de vigilance remontent tard ou restent peu lisibles pour l’exploitation.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259EC-BF63-4284-8C4F-020A0C4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9591F-D769-460B-8DE7-05CBB4A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alertes et historiques sont mieux commentés pour agir plus tôt sur les écarts critiques.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07AB1-C387-44C5-87B1-1C3689A9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61C7D-8A7E-4E97-8403-123149F7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temps de réaction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5EC01-5F17-4556-9148-632ADCF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601A1-4DF2-41F6-8F7A-3602D7B6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16CAE-870C-4A9F-9594-0E5D3431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client et réseau de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1B7B5-C8B0-43A5-8D8B-F535265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941C3-4773-42D8-98DF-E4C7BDF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liées aux cartes, services, opérations ou incidents sont traitées de façon variable.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43077-74F1-49D9-B6A7-5AD69B2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76BDE7-B8A4-4D81-B3EB-9BEE172F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de réponses plus homogènes et d’un meilleur accès à l’information utile.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20BAA-2D3D-4E96-82E2-B5E8CCAA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8ED9F-1BBB-419C-938C-03B4C38B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résolution au premier niveau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1F8DD-C046-41FA-BC2C-DFDB44C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F9165-22C3-4218-B08B-4E8E062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E0399-7CF9-4B0C-918B-48F0911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 HSE et gouvernance documentaire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D8F7FA-292A-4A91-B795-C9E0B0E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70F1E2-F3BC-4B85-B0C8-BEF72815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documentation utile à la sécurité, aux standards et aux audits reste chronophage à produire et maintenir.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D71EE9-014B-4EC2-BD29-5097D76D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898D89-F5C5-42A1-931E-0C90BD29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pratiques documentaires gagnent en cohérence, en traçabilité et en vitesse de mise à jour.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3E5153-EE8D-417C-8D25-FAB8212F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B3D426-7723-4314-99D7-06E70ED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documentaire ; nombre de points de contrôle couverts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514D7E-48F4-49DF-8129-B06E42B6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09769C-8075-49FF-A9AE-0ED21AB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1F0CCE-740A-419F-9B36-6A2361B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1944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2B9EC-559A-44BC-A1F9-0B8058AF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0E50E-CAA2-49CC-9991-7935BE1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9158E-E7D1-470F-A920-B4B67BCB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5823C-1A4D-44DE-AAF5-CA89923D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A0967-C55E-4AF7-BD59-C5FDF8BC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C887F-DDF9-4769-BD42-15D343F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E9ECF-2BF2-4747-A6C3-D5F61985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comptes professionnels et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AD018-BB1D-4035-8B77-60B1656A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8BFFB-4697-4AF0-ADC6-BD3F75C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informations utiles au suivi commercial et administratif sont éparpillées entre plusieurs acteurs.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DE06E-88F4-4B1A-B196-BC0D5CA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08857-DA51-40FC-9219-97681BA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synthèses plus rapides pour suivre portefeuilles, relances et arbitrages.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8C801-3AFB-4C7C-A082-AF637135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8EB60-F1E8-4E3F-BDCA-143B178D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comité ; délai de relance ou décision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C36E6-4333-45FF-8F06-56BF7CA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77B4A-A3AC-4904-94BE-524970A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25AE9-15FA-4AF7-9C8E-FAEABECF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Maintenance, support prédictif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F2F65-0E76-4964-A384-E95674FC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2E73A-1F47-4199-AD88-AB3C4C6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points de vigilance remontent tard ou restent peu lisibles pour l’exploitation.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ADCF9-0299-4A0A-B44E-E49A281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864B1-81D6-4C81-A355-0A54C78C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alertes et historiques sont mieux commentés pour agir plus tôt sur les écarts critiques.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FF8A4-1192-449E-A971-05756954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B3B04-B904-429D-8E16-B9DE275F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détection ; temps de réaction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79900-BCAA-483D-9371-F5FD09C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A2D42F-86EF-46EE-96E9-A6907FFF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8D943-17A3-4B80-AC41-9E93C3DE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71AA8-3707-48EA-8CB1-35604636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189C3-917E-4378-9EA4-5EBCF7D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7679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A0B62-6761-4647-931E-658342F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15E45-4B97-4E88-895A-8C9C8263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57CCB-EA3F-4CEA-8E14-29244FDC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A59A7-D290-40DE-82F7-C7321B7E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4E021-055D-41EC-A949-A170398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EC104-18D6-47E0-99F7-42D99F2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401BE-511A-4562-8448-C4F10FDF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17BC8-E2A8-47C4-A3FC-6BD858F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6B710-6436-4D66-9AE7-AD1B9C3E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05515-78FE-40B0-90E1-70D6F50D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3C7C8-7058-4144-AE81-D97C89C0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88E2B-F544-433C-902B-89A4617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18E55-B0C1-412E-91BC-40003125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83F1-556D-40C9-A812-BC6D8D24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EBCA7-0816-4937-B325-197D93CE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339BB-2B8C-41BE-964C-D6F13368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71C60-6B6C-4E89-8646-DB521873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43FA1-7CE1-433C-9B2B-4EA01E18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D0DDD-A7DF-48B3-8E0F-FDDB6269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09552-5DB7-43D8-9D2E-FE3977EC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C86A4-BF8F-44F7-BFAF-775B7B8C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D1D52-F739-43C5-B942-E103913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Data-Driven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A791B-7AED-4063-ADA9-E606BF1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EB3B4-25CC-4244-9581-18EB419B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DD574-C0FE-4F7D-B564-61DCA8A6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54946-65C1-4AD8-AE7D-0A2B5850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39BF1-F070-469D-B750-F3783F6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6AFFE-8CFE-4353-9387-B036DCAE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BBAEC-EB0D-47AD-8D78-435A7EB0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F9053-373D-4E2D-839D-3BAF91E4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HSE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902F8-1D87-4211-92EA-85FC7F7C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FEA9A-F720-43F9-8050-19A54A74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68CA0-6044-4A00-A9EE-3B5B1613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Relier plus clairement performance commerciale, opérations terrain et qualité de service.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commenter les flux critiques avant arbitrage par la direction ou l’exploitation.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documentaire et de reporting qui ralentit les fonctions support et pilotage.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gouverné entre maintenance, HSE, relation client et lecture des KPI.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DA386-2F11-463B-B549-30926B7B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C170A3-2E5C-4D03-9ACE-B4D7534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1A9349-1A59-4FE7-A8F6-4754DF64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4F3EE1-4F8E-460E-9FE7-4D57CE1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4FF5CA-A461-4A10-A995-E72AAC2F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91746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DDBD4-312E-4878-AC4A-67CE2186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22C90-9763-4CBE-97BE-D87D791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0621B-51BF-40DF-97C9-CF48887C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EBDED-AE55-46F5-A74E-AAFC3B6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68ED8-EC49-4B58-81A4-82ACFB1B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2E4FB-7327-4309-88A5-BF254A8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A0C34-AAF6-4D64-BD4B-872501F5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9F50B-EA2C-42BA-8A82-21808B81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55137-C5D2-452F-8AC8-63E0F50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FFCEE-56AF-4A05-A590-E3AF7E96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CF882-7A00-4713-AA46-6224E394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84C00-7153-416D-A764-9AEB8922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FDF3C-EFF9-45FB-85F5-F681227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CE3DD-469D-4FB4-A6CA-BB6EECB2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E61E5-B9D9-492E-A2B1-2A3F0A7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80851-ACE2-4CFA-843D-ED3B3F97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6A27F-B51F-4D6A-9EA3-184675C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8DBF2-3620-4980-A18E-0FDB903D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BF383-86E4-42A0-A0B4-684F0BD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9018D-1923-4EEB-AB85-005B042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A8868-9D31-4337-9269-E13B05C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A8B92-42BC-4296-AC42-602DBAE3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FDC14-593D-4714-8716-F74CB511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F212D-3F8F-4243-9789-E3813285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D930B-5ECB-4B95-8161-2EF4B33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880EB-EDC0-46D9-B3B5-E262A0EA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F74D81-59A2-4AEA-AC8D-9370A5C6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F2BA66-6BAA-4941-AB42-5E1B96CA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0DAEE-98DD-4335-9681-0C65DEC4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FBB26-A29C-4A2B-82F7-D29F7843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56618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1D616-2096-4722-9B56-4F7C3F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FEED5-3A19-42FA-95FC-0D24479A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8672A-2746-430F-908F-0996B58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énergie &amp; pétrole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1C383-F268-4EF0-AE8A-AC3BCF90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E0B2B-CBA0-49CC-AB6C-9DC10E7E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98B60-8D33-41EE-9AE1-1C28FBE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68742-B81F-4A38-BD6A-FE80EDDA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D08B-B0A1-47B9-A5FC-8B3E8DD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Énergie &amp; Pétrole.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52DAE-6703-4879-8696-4D871D0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1C832-B6A7-4B99-B55E-4EBD6004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97262-947F-4F13-9EDC-FC8353D4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2D805-1E96-4D04-8DF3-937D525F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07A8E-5C06-4A14-A39B-EB48695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94BD8-F78A-4F3A-AFB4-0A76D904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99E32-694D-4EFF-96E7-F1FBF7EA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993C5-54BC-4358-A50A-B7F749DE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6883E-89AA-4B07-BB9D-104475F8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92310-30DD-4B1B-8F9A-949E7541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4D612-4D5D-4852-8279-34C4BAD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4CD20-0E34-4E47-8D57-D028D5B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F31FB-B843-4AAF-B006-A4D25A2E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0E39B-A134-4BEC-AC94-9A59B861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FDB5F-9F90-47C4-B83E-012F1581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D957D-A01B-44B6-B64D-BF97E81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648C5-D6EC-4BBC-B7D4-E41AB1B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996AA-2A3C-4B92-9B7F-AA1B1B2A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80187-729C-4D4C-B74C-A3E0879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51998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10876-0DB5-4881-8E0E-935DCA91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75807-22AD-43B2-BA95-DCBF7707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23ba1155f424c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EB1D5-5070-4696-9569-58E43D2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2A02F-1186-4D5F-B737-53D70F3A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A372D-3DD2-45D1-9794-CC02F7D4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0F8AF-BDB4-40D0-BC7A-768B9F48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F34F8-9F6C-4198-A004-ED2D437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F0163-49D4-406B-A618-553C8E5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terrains critiques restent pilotés avec validation humaine, règles d’accès strictes et progression par pilote avant toute 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D4F6F-047B-4B8C-A3F8-E11F03E5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E8976-75DC-41C3-B007-7AE10761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257DC-3806-43F1-90B4-4201D73F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2B8D7-A7FD-4E12-805A-B7D06ECE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2659F-D339-4F37-8BAC-38223F3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56E77-88AE-4845-9D16-B7701CFE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42ED4-84B6-4374-814D-6782FE4D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5A265-02B6-4A02-8E2D-B795F84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C368D-6198-44E8-B068-3C07DEB3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183F5-AD28-45DA-B7B1-B237FE09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CB076-11DB-4BEB-99E0-353B16D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59BFA-230F-4A4C-B1AA-3130EEFA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EFAC9-0941-4D1D-A52E-D294E1B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Production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2477D-F90B-42D2-810B-BD9A9C6D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BBD24-1853-4C10-A5A7-3421F08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 &amp; Pétrole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7785A-F067-4F50-AFA2-FAC5951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0401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2026-06-12T16:04:23.7580000Z</dcterms:created>
  <dcterms:modified xsi:type="dcterms:W3CDTF">2026-06-12T16:04:23.7580000Z</dcterms:modified>
</coreProperties>
</file>