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75f4055b24489" /><Relationship Type="http://schemas.openxmlformats.org/officeDocument/2006/relationships/extended-properties" Target="/docProps/app.xml" Id="R0a4af7ea49b54d61" /><Relationship Type="http://schemas.openxmlformats.org/officeDocument/2006/relationships/officeDocument" Target="/ppt/presentation.xml" Id="R366edb94ef80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428501d274663"/>
  </p:sldMasterIdLst>
  <p:notesMasterIdLst>
    <p:notesMasterId xmlns:r="http://schemas.openxmlformats.org/officeDocument/2006/relationships" r:id="R3ec496390ba84371"/>
  </p:notesMasterIdLst>
  <p:sldIdLst>
    <p:sldId xmlns:r="http://schemas.openxmlformats.org/officeDocument/2006/relationships" id="256" r:id="R0cbe2006af03489e"/>
    <p:sldId xmlns:r="http://schemas.openxmlformats.org/officeDocument/2006/relationships" id="257" r:id="R3ed15177a4e54a90"/>
    <p:sldId xmlns:r="http://schemas.openxmlformats.org/officeDocument/2006/relationships" id="258" r:id="R087205bd6bd14d51"/>
    <p:sldId xmlns:r="http://schemas.openxmlformats.org/officeDocument/2006/relationships" id="259" r:id="R5b534db107a443c8"/>
    <p:sldId xmlns:r="http://schemas.openxmlformats.org/officeDocument/2006/relationships" id="260" r:id="R87637cd84c9842c1"/>
    <p:sldId xmlns:r="http://schemas.openxmlformats.org/officeDocument/2006/relationships" id="261" r:id="R63e8dc1f0e4d4e88"/>
    <p:sldId xmlns:r="http://schemas.openxmlformats.org/officeDocument/2006/relationships" id="262" r:id="Re1d8a608ed8b4637"/>
    <p:sldId xmlns:r="http://schemas.openxmlformats.org/officeDocument/2006/relationships" id="263" r:id="Rbe968c56d6b24e37"/>
    <p:sldId xmlns:r="http://schemas.openxmlformats.org/officeDocument/2006/relationships" id="264" r:id="Rcb5d7839d2184cf8"/>
    <p:sldId xmlns:r="http://schemas.openxmlformats.org/officeDocument/2006/relationships" id="265" r:id="Rfe41c881f53442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4c939372947dd" /><Relationship Type="http://schemas.openxmlformats.org/officeDocument/2006/relationships/slideMaster" Target="/ppt/slideMasters/slideMaster1.xml" Id="R13e428501d274663" /><Relationship Type="http://schemas.openxmlformats.org/officeDocument/2006/relationships/notesMaster" Target="/ppt/notesMasters/notesMaster1.xml" Id="R3ec496390ba84371" /><Relationship Type="http://schemas.openxmlformats.org/officeDocument/2006/relationships/presProps" Target="/ppt/presProps.xml" Id="Rd7f2510e45584076" /><Relationship Type="http://schemas.openxmlformats.org/officeDocument/2006/relationships/viewProps" Target="/ppt/viewProps.xml" Id="R9028447b0a2d454b" /><Relationship Type="http://schemas.openxmlformats.org/officeDocument/2006/relationships/tableStyles" Target="/ppt/tableStyles.xml" Id="R46248c02245645dc" /><Relationship Type="http://schemas.openxmlformats.org/officeDocument/2006/relationships/slide" Target="/ppt/slides/slide1.xml" Id="R0cbe2006af03489e" /><Relationship Type="http://schemas.openxmlformats.org/officeDocument/2006/relationships/slide" Target="/ppt/slides/slide2.xml" Id="R3ed15177a4e54a90" /><Relationship Type="http://schemas.openxmlformats.org/officeDocument/2006/relationships/slide" Target="/ppt/slides/slide3.xml" Id="R087205bd6bd14d51" /><Relationship Type="http://schemas.openxmlformats.org/officeDocument/2006/relationships/slide" Target="/ppt/slides/slide4.xml" Id="R5b534db107a443c8" /><Relationship Type="http://schemas.openxmlformats.org/officeDocument/2006/relationships/slide" Target="/ppt/slides/slide5.xml" Id="R87637cd84c9842c1" /><Relationship Type="http://schemas.openxmlformats.org/officeDocument/2006/relationships/slide" Target="/ppt/slides/slide6.xml" Id="R63e8dc1f0e4d4e88" /><Relationship Type="http://schemas.openxmlformats.org/officeDocument/2006/relationships/slide" Target="/ppt/slides/slide7.xml" Id="Re1d8a608ed8b4637" /><Relationship Type="http://schemas.openxmlformats.org/officeDocument/2006/relationships/slide" Target="/ppt/slides/slide8.xml" Id="Rbe968c56d6b24e37" /><Relationship Type="http://schemas.openxmlformats.org/officeDocument/2006/relationships/slide" Target="/ppt/slides/slide9.xml" Id="Rcb5d7839d2184cf8" /><Relationship Type="http://schemas.openxmlformats.org/officeDocument/2006/relationships/slide" Target="/ppt/slides/slide10.xml" Id="Rfe41c881f534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c61a699b5d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6b5ee7e144494b" /><Relationship Type="http://schemas.openxmlformats.org/officeDocument/2006/relationships/notesMaster" Target="/ppt/notesMasters/notesMaster1.xml" Id="R7e2c7e102dd045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368ae90064290" /><Relationship Type="http://schemas.openxmlformats.org/officeDocument/2006/relationships/notesMaster" Target="/ppt/notesMasters/notesMaster1.xml" Id="R396b53169bba46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abf7d248f4545" /><Relationship Type="http://schemas.openxmlformats.org/officeDocument/2006/relationships/notesMaster" Target="/ppt/notesMasters/notesMaster1.xml" Id="R1051fa3114db40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8c0be64984816" /><Relationship Type="http://schemas.openxmlformats.org/officeDocument/2006/relationships/notesMaster" Target="/ppt/notesMasters/notesMaster1.xml" Id="R96c6dceb4c9d44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18080047141f6" /><Relationship Type="http://schemas.openxmlformats.org/officeDocument/2006/relationships/notesMaster" Target="/ppt/notesMasters/notesMaster1.xml" Id="R961f77994e484a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1c812b06db4611" /><Relationship Type="http://schemas.openxmlformats.org/officeDocument/2006/relationships/notesMaster" Target="/ppt/notesMasters/notesMaster1.xml" Id="R7d0d5d5df4a941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cd04747abb4916" /><Relationship Type="http://schemas.openxmlformats.org/officeDocument/2006/relationships/notesMaster" Target="/ppt/notesMasters/notesMaster1.xml" Id="Rdaad22bd22a642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58ec665cb4fa5" /><Relationship Type="http://schemas.openxmlformats.org/officeDocument/2006/relationships/notesMaster" Target="/ppt/notesMasters/notesMaster1.xml" Id="R4ca12666994d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4cb39dddd44de" /><Relationship Type="http://schemas.openxmlformats.org/officeDocument/2006/relationships/notesMaster" Target="/ppt/notesMasters/notesMaster1.xml" Id="Rfbc9b0d3b37f4d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fdc40e011b483f" /><Relationship Type="http://schemas.openxmlformats.org/officeDocument/2006/relationships/notesMaster" Target="/ppt/notesMasters/notesMaster1.xml" Id="Rdd81f02766c8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324a40a9b48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940cb18af4244" /><Relationship Type="http://schemas.openxmlformats.org/officeDocument/2006/relationships/slideLayout" Target="/ppt/slideLayouts/slideLayout1.xml" Id="R268e593babfd41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e593babfd41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be69a6be64ce9" /><Relationship Type="http://schemas.openxmlformats.org/officeDocument/2006/relationships/image" Target="/ppt/media/image.png" Id="R85cc1165d3ea49e5" /><Relationship Type="http://schemas.openxmlformats.org/officeDocument/2006/relationships/notesSlide" Target="/ppt/notesSlides/notesSlide1.xml" Id="Rbceb619c0725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a9e64aad54a4a" /><Relationship Type="http://schemas.openxmlformats.org/officeDocument/2006/relationships/image" Target="/ppt/media/image2.png" Id="Rf1003f7f19fc479f" /><Relationship Type="http://schemas.openxmlformats.org/officeDocument/2006/relationships/notesSlide" Target="/ppt/notesSlides/notesSlide2.xml" Id="R710b61fb8c6c4a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10dda07234a88" /><Relationship Type="http://schemas.openxmlformats.org/officeDocument/2006/relationships/notesSlide" Target="/ppt/notesSlides/notesSlide3.xml" Id="R69e9d5e245b2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ab714a71e4e5a" /><Relationship Type="http://schemas.openxmlformats.org/officeDocument/2006/relationships/notesSlide" Target="/ppt/notesSlides/notesSlide4.xml" Id="R6246c80a9d874e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6bc5d756496e" /><Relationship Type="http://schemas.openxmlformats.org/officeDocument/2006/relationships/notesSlide" Target="/ppt/notesSlides/notesSlide5.xml" Id="Re1c1ea01e6da45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fde720eca425e" /><Relationship Type="http://schemas.openxmlformats.org/officeDocument/2006/relationships/notesSlide" Target="/ppt/notesSlides/notesSlide6.xml" Id="Rcaaac8e27713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74dc852644d71" /><Relationship Type="http://schemas.openxmlformats.org/officeDocument/2006/relationships/notesSlide" Target="/ppt/notesSlides/notesSlide7.xml" Id="R575fc2bdfe80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e5f71ac9a4338" /><Relationship Type="http://schemas.openxmlformats.org/officeDocument/2006/relationships/notesSlide" Target="/ppt/notesSlides/notesSlide8.xml" Id="R08d077d62fc448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d0ab3727c4a2f" /><Relationship Type="http://schemas.openxmlformats.org/officeDocument/2006/relationships/notesSlide" Target="/ppt/notesSlides/notesSlide9.xml" Id="R1aa9ddf3851341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52a101304491b" /><Relationship Type="http://schemas.openxmlformats.org/officeDocument/2006/relationships/image" Target="/ppt/media/image3.png" Id="R56765f1da6e64369" /><Relationship Type="http://schemas.openxmlformats.org/officeDocument/2006/relationships/notesSlide" Target="/ppt/notesSlides/notesSlide10.xml" Id="R7c854ebf9b1743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FAED5-BA57-4E70-95D8-1390543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82EE2-647A-442C-93D5-6D9A80C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441CD-86B2-4E77-B8C5-83102093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1AE1D-610C-46BA-A9E3-A4F4C5D0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F19D4-5CDF-4173-AEC9-21B14EE2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c1165d3ea49e5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3CC10-3C1F-4613-B263-80EF8D7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23F9D-05C8-47F6-B524-9ACE4771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Marketing &amp; Communication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2616D-95F8-480D-B35C-7750DBA3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la production de contenus, la segmentation et le pilotage de campagnes sans diluer la marque.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C17E2-6103-4B45-BEA0-3081434B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équipes marketing, communication et acquisition qui veulent produire plus vite, mieux personnaliser et mieux relire ce qui fonctionne.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B81D7-B90E-4309-BFD6-FE1E551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4060D-12A6-4F43-B41B-2E84107B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475CC-F508-463E-A706-5DE0E6B9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32D1C-EA26-44F5-87A2-5E6BEBC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9D8CC-3E9E-4115-99A7-6709E727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07186-1731-4B43-99DC-C151992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17DD0-7BB8-4BD3-B9E1-BE71B706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9AE8A-58B3-41FC-B28C-32BE9736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96D5C-ADAF-4992-8FA8-2F3209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72A56-F5DD-4EB7-B061-BB3E695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E5C3B-F79C-4BB1-B163-EA5A18B5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3A384-A96A-4C6C-99C6-25C5995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1275E-2ADC-4EDB-A795-1EBF94E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AFE9E-BEA0-4B70-B6E4-25D4676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A70B0-DB96-43B9-A6C2-67D53BD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C11E7-4317-4C69-A7B0-0522954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22CC1-FA75-4768-B476-2B258FD6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5396D-1BBD-4EA1-8392-333232C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2C0A5-9611-4D24-8479-F1AC1191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97CFEF-5F24-48C5-BCAE-2E6C026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443E71-5B4F-420C-B829-C24CE65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A3229-2B14-4351-B51A-490B64F9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B41F4-BDEA-49EC-BB58-3FCCF8A1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37ED2-95F9-4B5E-863E-7CB24C6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006BC-3FC4-481F-9992-0DC4FAD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27ECEE-C75C-48FE-85DD-202A3E38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1D1AF-97BF-4CFF-A9E5-3D951BF9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996E1-5D0D-4C5B-B3D2-B337FA2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87486A-0A9D-4453-A531-CE6C2DB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87A1FC-1F5B-47A2-9368-1E83A2A0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F15469-7320-43CC-819F-3D81F16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6DDF1D-3A41-4308-B86D-FE58AB66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88F0D4-9296-4D09-A849-BA2FDAAA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9BDE15-A4F7-42DB-8B37-92F4656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4575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185DA-AF69-49F8-99E4-F0E79AE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AD151-7E9F-405A-8E9A-0163E6E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10317-B75C-4976-9084-80D50E21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marketing &amp; communication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C9695-F03B-416A-8836-2D666147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 domaine, l’IA doit servir la vitesse éditoriale, la cohérence de marque et la lecture des résultats, pas seulement la production de texte en masse.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4E0EA-4C71-4E84-9FC8-3386A1EA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03f7f19fc479f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84EF5-38A1-4A76-A4DB-7494C72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13DAE-8D57-4E3F-93EF-9343B29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2C459-CBC0-436D-B6EC-B6928D1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A883-EC68-4F1E-81F8-0691FD8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B4599-13C0-4F78-B899-5CD51F6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3A073-52BF-4DCF-88E7-A5A4DFB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BD704-1B49-4243-A82F-9D98952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F5154-EF4F-4A40-B1C8-E15852AC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5A0C0-0D37-47DC-8E40-90D45132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C4FA-59E7-48C4-85EF-0A897F61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D70D3-2C3D-44B4-8EA8-C7F54721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884C8-4476-43E6-965F-124C65C6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A2E6A-8544-498B-B87B-694481D4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E18B7-CB31-4225-9026-C278EBBE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88462-3B62-42BE-9B96-6632EB8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E9271-40FA-461B-8DC7-1A02B69B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Agroalimentaire / Distribution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07A7A-F9DE-4CB1-853F-B9443C8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F7710-B593-4117-8321-7765099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78C10-D4A8-461D-A033-A7027C6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CEBD7-3C01-4C0A-8EB2-193AFAA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15770-139E-4FCE-AB9D-57FE0A5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FDDD9-30BC-4324-9481-71B7915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96455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B7475-5E21-451D-BA01-5D491AA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5F589-194F-4175-9EFF-511099B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34E54-E592-4319-9950-B7BE1CCA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4BA7-A095-4D71-B6E7-AA36634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3AD23-0260-43F2-9615-8426F85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93C77-6039-43FB-B44C-96283B2C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28230-B65E-4AEB-A0A7-5296640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de contenu trop coûteuse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9634-78DF-4F22-9967-ED071289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49382-36EC-40D2-8DB2-A4A8BAD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dépendent d’allers-retours longs pour créer, adapter et décliner les messages.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0AB37-601B-47A3-9822-EF72BCAF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00D76-6C9A-4D0E-8AD9-7FABF584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de cadres éditoriaux, variantes et assistants qui accélèrent la production sans perdre le cap de la marque.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48219-2943-4E4D-B81D-DF4B532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B71F4-CD08-40A4-B207-124AA166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F6227-8A5A-4F09-98D5-9A03630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Segmentation peu exploitée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E982B-1C62-4C45-AA18-8274296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31456-477E-4C6E-BA76-0EA1D7B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audiences sont connues mais insuffisamment traduites en messages, offres ou parcours différenciés.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82D3B-E6C8-4119-A7CA-B78B317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2B57B-0E61-46EE-A46A-A375C13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segments deviennent plus actionnables grâce à des analyses et suggestions de contenus plus ciblés.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3C829-9E8D-45FD-9CA8-A3F39307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7F0F1-7114-40CC-B78C-8615F40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4D9E0-17E6-46CA-91DB-D60B267A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Peu de lecture rapide des résultats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E82EF-3DD9-4CF8-9D5E-FE90B899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D17C9-CEDA-4926-B2A8-E53C6DA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reporting de campagne existent mais restent longs à relire, commenter et arbitrer.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7F350-A620-48D4-B66A-41CA89E0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12A91-41E6-4D9A-82C2-952158F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résultats sont synthétisés plus vite pour mieux décider : quoi arrêter, amplifier ou corriger.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7018A-139B-49A1-BD4E-1894A0C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0749E-300D-4444-AC91-F829F635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B52F1-3EA7-4B13-8651-89E0D32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Hétérogénéité multicanale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BF92E-A4B2-40CF-A907-0AD11F7D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A5C00-CA83-4AA8-ABBA-BC81B0A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canal avance à son rythme et la cohérence du message se dégrade.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1A7B1-910A-4161-AD11-AF624BE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48EAD-63AD-4F2B-8CAC-7D2D450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assets et messages sont harmonisés plus facilement entre social, email, site et sales enablement.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5A11D-B098-4D8E-862E-777BBCB3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3DEE2-22A1-4728-B774-BC87FF5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BC45E-3D53-4FB2-AD7B-1851205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0507B-0151-4D3B-9694-F289726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1CE26-EFA2-4A20-8A02-5B800CFA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3B8555-4823-40BB-899B-CA141E1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3005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FC151-2D62-4818-9699-948AC7C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7FF09-7BE4-4B06-9D7B-0E63529F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6EC9E-8D9D-4C6C-8B7E-94439B1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2AF2F-CA9D-4D77-9532-87986221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530B3-3F13-438F-B2E6-9689E86B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5A58F-40E1-4460-A006-BD42686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 à 70 %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FD5B3-8587-4759-A503-C4B64205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E9E4D-D7A3-4E8D-A5C7-18623DD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brief, variantes, déclinaisons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3215B-849A-4DB4-8810-C534F1BB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D8633-56EE-4919-8E86-12473281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cohérence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A458E-E757-47B7-AF40-72B13DE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canaux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173DD-1612-42B0-90D7-863D2DF1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promesse, ton et priorités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F81B1-EC05-40CC-83D2-9A4EDAB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7AF72-A2C4-44BD-B53E-6F69E66C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45B00-7C2B-441E-B680-9F2B449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campagnes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87076-AC11-4619-BE29-92AB1037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et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5B8DF-AAAD-4573-AB08-1092E070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8205F-2382-41A4-87DC-4CDF2AF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Segmentation plus utile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9E801-786D-44BD-8BF3-8FE43523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équipes 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01CBD-4CF0-4581-AC40-7E2014BF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 plus ciblés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8E769-ACE7-4567-BF1A-2F79CD5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CA9CE-0C5E-4156-9270-84201B94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C6D2C-3C60-43BF-A2D4-34F6BBB6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A752A-200F-428E-A1FA-FE82CC9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26AF7-859F-4670-A9CF-C89A6A5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70FA6-6742-4119-8C83-000A0DA0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994B3-2A7F-4976-8C5F-4AAD308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85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9A338-75C1-49E0-9140-AC319420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C9741-37E7-4EBC-B672-76E244B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60077-52E9-438F-917E-C7B0708C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B04AA-232A-4CFF-81D5-ED8044A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CB8B4-B276-45C4-B554-648A26D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94D2-9972-4D43-B46D-8F49BF30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DF33D-A438-4415-9E82-1625B23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Machine à contenus multiformats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A8616-9DBA-4D02-8D00-626745C2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66FB-86D5-4772-BFE3-D0F5D7D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ralentissent dès qu’il faut décliner un message en plusieurs formats.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B9B5A-9F4A-41E5-B90A-4FBF102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3EEA5-54A6-4878-B786-760A144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cadre outillé permet de produire plus vite des contenus cohérents pour plusieurs canaux.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3DAC3-67E0-4ECB-A3CB-B4605F0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0E7B3-495A-41F7-9E04-67D2035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mise en campagne ; volume d’assets produits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6A807-BC76-4F79-9BCD-2A88AF3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56AA8-6B38-4145-B58E-CBFC063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0E30D-300D-4722-9F2E-5B61EA4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Segmentation et lecture des audiences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F7960-D596-416A-9B4D-E3F652B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09652-658D-4879-81FA-1BD0CE6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d’audience existent mais servent peu à adapter les messages.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A1ED0-DC8F-41F9-B516-036F023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C398F-8540-43E7-839F-DC26023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reformuler les segments et à relier audiences, arguments et formats.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05456-4FDB-41F9-A642-156C7233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42359-76F2-48FD-85D8-A56FA1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d’engagement par segment ; coût d’acquisition par cohorte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EFF27-3834-4A26-A4CA-5B0DB7C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8DB11-A01D-4762-84A1-A312170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22603-24F4-42D5-AB99-4ED1C01C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Copywriting et conversion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CAE72-7F64-4F99-B030-9E23435E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D4580-5FAE-41DC-98FD-F5BA3B0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textes prennent du temps à écrire, tester et affiner selon les supports.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DE51A-56F8-44F9-B07E-D79FEFE7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AE123-15C1-4F2A-B93A-2B705EC0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variantes plus rapides à tester pour landing pages, emails et posts.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C0595-DB99-4F87-BD51-71A1B9C1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A2258-5D2A-46C5-835F-D568219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clic ou conversion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9971A9-2D82-4B9F-8E73-B9761E9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FFB910-02D8-420F-A64C-93ECE14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209797-262C-426B-8571-83D0B17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campagnes et recommandations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558E9-2093-4C5E-8B53-20518BE0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91241-E01B-4541-856A-A9FD16A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L’analyse des performances reste artisanale et peu pédagogique pour les décideurs.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657CE-23EF-4D07-8DC2-FE914764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CF4F5-6893-470D-B22C-9D10E072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résultats sont résumés avec recommandations plus lisibles pour arbitrer rapidement.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71A5AF-1EA4-47D5-987E-47B39EBE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3B8264-D65D-400D-897E-759585B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de décision après campagne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B2F4F4-0E2D-4AA4-8E77-E1DD5B3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F7895A-B06E-4F97-A4AE-9436CCE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DD0763-8D6E-479A-A206-5FECBE33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61463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65816-022D-4F3E-876B-980048D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0E910-756F-4ECE-B46E-6C831DC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0B3B7-E426-408C-93E8-2D7E694C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04EA3-1CB6-4442-9726-11CCC8DC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4264D-01CF-4F2C-83B7-2200F6A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77EBF-A1BB-43CB-AC50-732DA937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81484-2180-4E4C-940D-D6D936C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Machine à contenus multiformats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AC7DA-6799-4284-A0C7-6BDED01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A677B-D42E-4077-B633-888A3B6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ralentissent dès qu’il faut décliner un message en plusieurs formats.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C8018-B033-4902-BC2E-786A46F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AA2DA-08F3-4293-98F1-6C23BA20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cadre outillé permet de produire plus vite des contenus cohérents pour plusieurs canaux.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3D42B-8CB0-4847-8AA5-D3F11C57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4EEF0-3F2B-4FAC-87DD-BC4192F7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mise en campagne ; volume d’assets produits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2D5A8-7CC4-4694-8A92-4484F63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C2EC9-4A6B-4A50-A393-AF949B82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65574-C53D-4804-96E0-6DDD2538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Segmentation et lecture des audiences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56A3-9CDF-48A5-8519-D8539F9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B57D2-AFF9-427D-95F5-6352BB9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d’audience existent mais servent peu à adapter les messages.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DBDF3-7BDB-4532-A544-0E3646C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A3732-8D8A-4666-AD1C-460A7163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reformuler les segments et à relier audiences, arguments et formats.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0EA96-9F48-4271-9379-45F06CB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4BCE3-9DDB-4683-833B-2CA1C44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Taux d’engagement par segment ; coût d’acquisition par cohorte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2997E-6825-47A3-99C5-E4957E4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8F2AA-0902-442B-850A-E760999A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97327-1DF0-4850-B1EE-B273B46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1A8DC-1159-4014-A570-EC355B5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F0A27-851A-4571-BD5D-32B85CE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98152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C554BB-3B36-4E4F-B658-5333CC8A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D4FF2-AB8E-40E1-B170-A367409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4AE37-EE55-4872-9167-BF8C07F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E475B-259A-4D62-BD8B-90D8D46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56626-48E8-443C-BF77-5DA4FDC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F0E1-9764-4105-A12F-AF30E51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2D0B6-7D16-4C8B-B002-4385778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CE0E-8E79-4B3F-8051-46F4884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EC44E-9022-4BB1-B98F-53163E09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2BA00-4496-4D4E-A28D-05D325E6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Contenu Marketing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5A036-7D0C-4FE4-938A-DF9EFDC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D3020-BDA8-4201-BB06-E2182EC4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7AD41-519E-4920-BFBD-45247426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55C97-BC99-46BE-847A-089BCDC7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Stratégie Marketing Data-Driven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9D05E-DD0A-4EA3-A320-C152802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784B0-1071-48B4-9E2E-871BCB4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2398-C341-44F4-B446-2AECB458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1CA8A-B6F3-497B-8D32-34A26CC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d'Audience et Segmentation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5B435-6D68-44B2-823F-3474DCA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24974-8800-495B-8CAB-93C20BE7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FC66A-49CD-4283-8592-22D1665A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40365-1C3C-4876-BC3D-806F23F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Copywriting IA : Rédiger des Textes qui Convertissent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04882-05B3-4334-9515-5FFCF663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E0462-D999-4783-9AF2-17FBDCE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AC4AD-A83D-4C94-8193-A46C33C7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3FD9B-3514-4885-87FB-109700E1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Social Media Management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F4CFB-8835-4963-BC53-E3C4318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5EA6F-9035-44EF-B925-5BC18FE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F9D7D-BC24-4B8C-8FB0-F10BC50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4CB3A-7CA2-4432-9C4C-8CED2B6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Publicité Digitale Optimisée par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57770-8C22-4C39-A4AA-AB5F70A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009A8-6B7F-4E56-873B-F99C59B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529FA-2B66-4509-903A-5226C30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éditorial IA qui protège la marque au lieu de la banaliser.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Outiller les équipes pour produire, adapter et corriger plus vite les contenus.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segmentation, production et reporting dans une même logique de performance.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du marketing IA un levier de vitesse et de pilotage, pas un simple gadget de génération.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BD3ABA-4C6F-43D3-8D75-10257D7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33567-96CD-44B2-B86F-3C770006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A0CE2-499A-4B63-9C02-5986177F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131F37-3A93-440E-AB91-365203EE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ED7AA0-A523-4F31-869D-173D1D1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55555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AB48F-08CA-4CF9-A339-F9E30D5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AFA4E-623A-4DAA-944C-7B6AC439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1F52B-89C7-4664-8567-B7B897D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0B616-DAA1-409B-B78F-01BEDB4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1DB05-AD34-4B8B-BA0A-CDA0766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0B782-3701-411E-956D-D9150CC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21883-DFE6-4A26-92F4-243D001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AEF41-32CF-4815-B911-533D946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6632E-CBBC-421C-BDF4-4625BE8C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1165B-BB60-4D8C-9B93-E5E81E5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ACEA-FA21-482D-8B47-F67F2D5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5C4A0-FF3A-432B-BEC9-506CC7F5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D99F3-A099-4AF6-A178-928D5735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D6BDA-FFC2-4241-B7C1-4C3D3ABC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E8D2D-EE82-4F21-A15D-78A8FD58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0F08E-1D75-45F2-AE4B-0005437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F30CF-4A97-496A-9DF4-6DDC5801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FE1BF-675D-475E-B31F-4A9C06E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DBC58-46DF-4F55-BCDF-50DBB5B2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D1363-B3B5-4DD6-8966-852BE97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071BD-832E-49BD-85FD-699DBFE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BDFD8-C7CB-473B-B4A9-5ADE6A6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C5B78-C1CE-44BB-89B3-F6564431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41D6D-B2E0-447F-A01F-386D42C1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6575F-59B4-436E-B3D8-E7D0D1B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3101A-508E-4172-A2FB-FD5B863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9AED9-A6C7-4E06-AE0D-136CD2C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DC570-80F6-47BC-95D1-79728FC4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C7358-8C98-4BCA-A3A9-9138DFB6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D597C-C455-44A9-9729-B084863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91216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A4DCC-1E88-4288-A0AF-DB2AED0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DA3CD-4C62-4B9C-9D12-B0140AC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DA6E9-91DC-47C0-898C-B41DBC6C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marketing &amp; communication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808D7-0631-41F3-9F5E-F5231F4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A7F7-AFC5-4491-8777-A60D636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A8840-7C4A-46B0-A654-91519D9B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3FF3-8E39-4579-B130-BF5E831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9AAC-7DDF-4929-9EF0-C4B559C0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Marketing &amp;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46136-FC8F-4B69-A43F-9690D05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63E96-5729-4DCE-A87F-40CC11F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D5B50-9FBD-4E49-B845-A16A6F45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DB2E8-39BE-4F1E-A7B4-731BE60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530A6-319B-4F3D-B543-A49E58E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B5503-C1CE-4D0F-8B31-DC45923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28DFE-800F-4EFE-B3E8-2A5C62D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F303D-93D6-4E0E-99F2-EC5C6DC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649E0-1361-4AFA-A40F-23A2205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637AE-D610-445C-84E1-448006EA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EB1D9-1C31-44B9-AF9F-6A27AB14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C5846-CB70-406D-82FB-EC9AA136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47608-A24A-4FA2-AFB6-09DCAFDA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C876F-F8B5-45C3-9B00-5C687DF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C338A-D768-42B2-B28F-70886899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0BE09-314C-49CE-9941-0E1500B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95735-34A5-4679-A965-9AC47F9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2F973-1E33-4E90-9B31-D9FB5CB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4AC83-CA4D-4748-8391-AA22906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98912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0B85F-6666-4F01-A0D1-FC808596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AABF9-B134-4E3F-A166-B2C6596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65f1da6e64369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ABF9B-76CB-43AE-9438-5D3EA5C6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EB7E-0494-4C09-A248-9B4D447A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5632E-AD4B-40BE-8400-7BADB2F9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54CB6-67FF-405C-A635-F1B0D133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5A483-E0C3-428E-A505-B99DC6AF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79F47-37C3-42B2-A5EE-9800EDA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6E173-FE6B-4DBA-837D-C7E81082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26A74-9D53-4E01-ADA3-36EE7B3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5DFE5-4F38-446B-B826-68CD0490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D3375-4975-4E15-9F55-DECB099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88661-B878-405A-8DB2-4DD02FF8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0619B-8A91-4BFA-852D-58E6E172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1F81A-61D9-4E44-9EDE-A7FFA553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B9980-A870-4EF5-99CF-BB5050A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EAF7A-9587-4A26-BB94-333299C3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E6C91-B9CC-4F6F-BC26-5FAD590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42477-4A57-48B1-A845-E04B7C1E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F60CF-3BE2-468A-AEAF-7D211FA7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3029C-23AE-419F-8247-E0E35617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D7D60-CA5F-4C7C-8BB9-B2131EAF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BA339-ACF4-4D93-85CD-C2CAF11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Marketing &amp; Communication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7F180E-02B6-4A64-8AD3-3F9CC92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5464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2026-06-12T16:01:22.8910000Z</dcterms:created>
  <dcterms:modified xsi:type="dcterms:W3CDTF">2026-06-12T16:01:22.8910000Z</dcterms:modified>
</coreProperties>
</file>