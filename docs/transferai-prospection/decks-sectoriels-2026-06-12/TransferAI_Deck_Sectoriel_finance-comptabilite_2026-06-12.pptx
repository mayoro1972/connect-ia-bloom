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776dbd12f4df2" /><Relationship Type="http://schemas.openxmlformats.org/officeDocument/2006/relationships/extended-properties" Target="/docProps/app.xml" Id="R6442bc6530694a99" /><Relationship Type="http://schemas.openxmlformats.org/officeDocument/2006/relationships/officeDocument" Target="/ppt/presentation.xml" Id="R54f0d445ef6b4b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08ad53814b4f22"/>
  </p:sldMasterIdLst>
  <p:notesMasterIdLst>
    <p:notesMasterId xmlns:r="http://schemas.openxmlformats.org/officeDocument/2006/relationships" r:id="Re40423f94c834aa6"/>
  </p:notesMasterIdLst>
  <p:sldIdLst>
    <p:sldId xmlns:r="http://schemas.openxmlformats.org/officeDocument/2006/relationships" id="256" r:id="Rd4092b70041c4237"/>
    <p:sldId xmlns:r="http://schemas.openxmlformats.org/officeDocument/2006/relationships" id="257" r:id="R9cb9b7c11c304c81"/>
    <p:sldId xmlns:r="http://schemas.openxmlformats.org/officeDocument/2006/relationships" id="258" r:id="Rf7bc62c113ce4609"/>
    <p:sldId xmlns:r="http://schemas.openxmlformats.org/officeDocument/2006/relationships" id="259" r:id="R4542a58975ae4794"/>
    <p:sldId xmlns:r="http://schemas.openxmlformats.org/officeDocument/2006/relationships" id="260" r:id="R1f7de47fc7b8444f"/>
    <p:sldId xmlns:r="http://schemas.openxmlformats.org/officeDocument/2006/relationships" id="261" r:id="Red9330e90ea64f43"/>
    <p:sldId xmlns:r="http://schemas.openxmlformats.org/officeDocument/2006/relationships" id="262" r:id="R9cdb4ec944f94227"/>
    <p:sldId xmlns:r="http://schemas.openxmlformats.org/officeDocument/2006/relationships" id="263" r:id="R0c7dc22d80b248ea"/>
    <p:sldId xmlns:r="http://schemas.openxmlformats.org/officeDocument/2006/relationships" id="264" r:id="Rf6904e136adb4e77"/>
    <p:sldId xmlns:r="http://schemas.openxmlformats.org/officeDocument/2006/relationships" id="265" r:id="Re3a6b25a8ff949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fb83865e06465c" /><Relationship Type="http://schemas.openxmlformats.org/officeDocument/2006/relationships/slideMaster" Target="/ppt/slideMasters/slideMaster1.xml" Id="Rc108ad53814b4f22" /><Relationship Type="http://schemas.openxmlformats.org/officeDocument/2006/relationships/notesMaster" Target="/ppt/notesMasters/notesMaster1.xml" Id="Re40423f94c834aa6" /><Relationship Type="http://schemas.openxmlformats.org/officeDocument/2006/relationships/presProps" Target="/ppt/presProps.xml" Id="R7f5b5401554040f2" /><Relationship Type="http://schemas.openxmlformats.org/officeDocument/2006/relationships/viewProps" Target="/ppt/viewProps.xml" Id="Rd7b8a4a14fa84be8" /><Relationship Type="http://schemas.openxmlformats.org/officeDocument/2006/relationships/tableStyles" Target="/ppt/tableStyles.xml" Id="Rb3b31cf824f54da2" /><Relationship Type="http://schemas.openxmlformats.org/officeDocument/2006/relationships/slide" Target="/ppt/slides/slide1.xml" Id="Rd4092b70041c4237" /><Relationship Type="http://schemas.openxmlformats.org/officeDocument/2006/relationships/slide" Target="/ppt/slides/slide2.xml" Id="R9cb9b7c11c304c81" /><Relationship Type="http://schemas.openxmlformats.org/officeDocument/2006/relationships/slide" Target="/ppt/slides/slide3.xml" Id="Rf7bc62c113ce4609" /><Relationship Type="http://schemas.openxmlformats.org/officeDocument/2006/relationships/slide" Target="/ppt/slides/slide4.xml" Id="R4542a58975ae4794" /><Relationship Type="http://schemas.openxmlformats.org/officeDocument/2006/relationships/slide" Target="/ppt/slides/slide5.xml" Id="R1f7de47fc7b8444f" /><Relationship Type="http://schemas.openxmlformats.org/officeDocument/2006/relationships/slide" Target="/ppt/slides/slide6.xml" Id="Red9330e90ea64f43" /><Relationship Type="http://schemas.openxmlformats.org/officeDocument/2006/relationships/slide" Target="/ppt/slides/slide7.xml" Id="R9cdb4ec944f94227" /><Relationship Type="http://schemas.openxmlformats.org/officeDocument/2006/relationships/slide" Target="/ppt/slides/slide8.xml" Id="R0c7dc22d80b248ea" /><Relationship Type="http://schemas.openxmlformats.org/officeDocument/2006/relationships/slide" Target="/ppt/slides/slide9.xml" Id="Rf6904e136adb4e77" /><Relationship Type="http://schemas.openxmlformats.org/officeDocument/2006/relationships/slide" Target="/ppt/slides/slide10.xml" Id="Re3a6b25a8ff949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a1dfc8d667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b659d59954b0f" /><Relationship Type="http://schemas.openxmlformats.org/officeDocument/2006/relationships/notesMaster" Target="/ppt/notesMasters/notesMaster1.xml" Id="R6b268ec7c9c74a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76667ed8ff453c" /><Relationship Type="http://schemas.openxmlformats.org/officeDocument/2006/relationships/notesMaster" Target="/ppt/notesMasters/notesMaster1.xml" Id="R13e648cae04c46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c3acd9bfc145a7" /><Relationship Type="http://schemas.openxmlformats.org/officeDocument/2006/relationships/notesMaster" Target="/ppt/notesMasters/notesMaster1.xml" Id="Rfac455e0d462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e6e9eb343a411c" /><Relationship Type="http://schemas.openxmlformats.org/officeDocument/2006/relationships/notesMaster" Target="/ppt/notesMasters/notesMaster1.xml" Id="R7ae57582c58843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3bdc102be6422f" /><Relationship Type="http://schemas.openxmlformats.org/officeDocument/2006/relationships/notesMaster" Target="/ppt/notesMasters/notesMaster1.xml" Id="R7b2f39aa734e4e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4d5d98d1c94b6b" /><Relationship Type="http://schemas.openxmlformats.org/officeDocument/2006/relationships/notesMaster" Target="/ppt/notesMasters/notesMaster1.xml" Id="R8dc015b1d4f94e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1cc12ae05f485d" /><Relationship Type="http://schemas.openxmlformats.org/officeDocument/2006/relationships/notesMaster" Target="/ppt/notesMasters/notesMaster1.xml" Id="Rc45e9e5c7e214b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a6188a8e764b98" /><Relationship Type="http://schemas.openxmlformats.org/officeDocument/2006/relationships/notesMaster" Target="/ppt/notesMasters/notesMaster1.xml" Id="Rddabe80252914b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f4d74f422e48a8" /><Relationship Type="http://schemas.openxmlformats.org/officeDocument/2006/relationships/notesMaster" Target="/ppt/notesMasters/notesMaster1.xml" Id="Rd2fb8c36fcd04e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dd4c04ec84f66" /><Relationship Type="http://schemas.openxmlformats.org/officeDocument/2006/relationships/notesMaster" Target="/ppt/notesMasters/notesMaster1.xml" Id="R16d4be5fa4ac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594dde4184d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8b465e0b24ccc" /><Relationship Type="http://schemas.openxmlformats.org/officeDocument/2006/relationships/slideLayout" Target="/ppt/slideLayouts/slideLayout1.xml" Id="Rf2baf2edb6bf48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baf2edb6bf48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ae51bf8114038" /><Relationship Type="http://schemas.openxmlformats.org/officeDocument/2006/relationships/image" Target="/ppt/media/image.png" Id="R4252b38287df4a2d" /><Relationship Type="http://schemas.openxmlformats.org/officeDocument/2006/relationships/notesSlide" Target="/ppt/notesSlides/notesSlide1.xml" Id="R02aa80b14c954d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e2ce0534143bf" /><Relationship Type="http://schemas.openxmlformats.org/officeDocument/2006/relationships/image" Target="/ppt/media/image2.png" Id="Rb5ab2f16759e4596" /><Relationship Type="http://schemas.openxmlformats.org/officeDocument/2006/relationships/notesSlide" Target="/ppt/notesSlides/notesSlide2.xml" Id="Rbc486e34082f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9873b1cec4fec" /><Relationship Type="http://schemas.openxmlformats.org/officeDocument/2006/relationships/notesSlide" Target="/ppt/notesSlides/notesSlide3.xml" Id="Rddb2e92fdd4843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045c7fdf8447f" /><Relationship Type="http://schemas.openxmlformats.org/officeDocument/2006/relationships/notesSlide" Target="/ppt/notesSlides/notesSlide4.xml" Id="Rcdcb8964a126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4aec7a43b4693" /><Relationship Type="http://schemas.openxmlformats.org/officeDocument/2006/relationships/notesSlide" Target="/ppt/notesSlides/notesSlide5.xml" Id="R1339cdb7f92d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36dace51144a7" /><Relationship Type="http://schemas.openxmlformats.org/officeDocument/2006/relationships/notesSlide" Target="/ppt/notesSlides/notesSlide6.xml" Id="Ree0312b884c546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01eb39e884e48" /><Relationship Type="http://schemas.openxmlformats.org/officeDocument/2006/relationships/notesSlide" Target="/ppt/notesSlides/notesSlide7.xml" Id="Rc5e25be7161d40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aba3243b646e1" /><Relationship Type="http://schemas.openxmlformats.org/officeDocument/2006/relationships/notesSlide" Target="/ppt/notesSlides/notesSlide8.xml" Id="Re8b42281d91b48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4acf839948c8" /><Relationship Type="http://schemas.openxmlformats.org/officeDocument/2006/relationships/notesSlide" Target="/ppt/notesSlides/notesSlide9.xml" Id="R50c517cfaeb34e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6f8f46d9245af" /><Relationship Type="http://schemas.openxmlformats.org/officeDocument/2006/relationships/image" Target="/ppt/media/image3.png" Id="Ra99bf1cfdf86485e" /><Relationship Type="http://schemas.openxmlformats.org/officeDocument/2006/relationships/notesSlide" Target="/ppt/notesSlides/notesSlide10.xml" Id="R2a57ca97632147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B138E-E8E3-4490-8079-63423BC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1EFBD-F468-44AC-8793-4CF30CEA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318E5-70BA-4757-95DC-2073310D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07E62-772B-4B18-94CD-9114A421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98CFE-2429-46C6-B100-C10EA949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2b38287df4a2d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DF081-A42B-41EC-8A82-5C198BB9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4E313-95FE-4796-9864-F1968E0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Finance &amp; Comptabilité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A226B-963D-42E3-BA68-0CF24884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Accélérer le reporting, la revue des comptes et les arbitrages sans affaiblir le contrôle.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AC7CB-9EB5-4844-828C-DDBBE1E6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directions financières, contrôles de gestion, audit interne et comptabilités qui veulent transformer l’IA en lisibilité, rigueur et gains de cycle.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7FE67-A031-4418-ADB1-F7CB9D2E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C3ECE-9BF4-4A0D-AC44-E7956822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1E321-3F4F-4E75-B7A6-5B23BB62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87257-5FE4-4CCE-8F71-FA4169DE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5BEC2-8FA8-470A-954A-884371CD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BC11C-40A5-49A6-A3BD-2E7F062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BCE58-11D8-4A11-909F-7D0926F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58EBA-6DAB-44CE-A4C2-81F794E5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Microfinance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A7CAC-24E5-4725-8EC8-3DAE19AD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7FDE6-C377-443A-B971-34A39BE2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36BC0-50F4-407B-AFF7-D33A56E8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18348-F034-45C0-841E-AFFD5F2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D5FB1-5977-431B-8449-56E316A7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CE096-F130-4E70-BAFC-91AFB6C2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81795-9CEE-40B0-B4C1-DF0CCA5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3B00B-3751-4B70-B509-A53C43B5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4D2F7-FD1D-475F-85BE-44C463F5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4F3CA-F376-424E-A3AD-D2AE9A9A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CE31C-5C36-4E7C-803E-B5878B3D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4AA9B-DEFF-4654-B998-085C9C9D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609C2D-D5EB-488C-8B01-B4CB507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CF266-FBA2-427C-AF18-5F0C9911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3B1976-B677-4D5E-9A09-97F8837B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ECABD-7491-4F5E-993C-0CA27526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EAC98-94FF-40EF-94E3-FEA29DCD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D76B95-8F7C-47D0-8D2A-59614DB2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9370F6-DBF6-4B70-9E7E-23249536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7D1F2F-AB10-47F7-A82F-6C5F060C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2FE155-CDEC-47D0-8E5B-A87450D6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53611C-FEF9-4525-94FE-510C1F7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7717DB-442A-46B2-B986-FF28A75F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C228EA-EF55-4B84-AB35-CE6A64E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BC9C26-27AA-4039-9B10-C3EE193C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B72E8C-3F7B-4DB7-B1F4-955C6023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02968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828C9F-E3C8-4F32-BCFA-CB74C0E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1D06D-DC39-4942-9801-C72BD607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D922B-E4AE-4B0E-A8D5-00E048ED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finance &amp; comptabilité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7578C-23D9-48F6-BBD9-5DEEFE56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Dans les fonctions finance, l’IA devient utile quand elle réduit les délais de lecture, de consolidation et de préparation des arbitrages sans compromettre la fiabilité.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A7CFD-FE80-41F9-92F7-3B06F36A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b2f16759e4596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81FF4-4D63-4C77-B322-C21C6BEB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C5237-7B0B-49ED-B7DA-E888C41B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29282-6B2B-4E30-9B9C-AC9CC336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E5296-FE73-4F61-B7BF-E211CFF0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45DF8-D890-43BA-9343-4DBFE0F1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F6176-E2AE-4319-81AC-4A9A0620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6FAC1-7B68-4476-8328-59EF55E8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49C9A-DCB4-469C-AAA3-2FCAB848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84B3B-0922-43D2-A9E7-AABC6165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0561D-1EC4-49BF-86B6-AEEDE42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Microfinance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C87ED-0144-4D0C-AC8E-809B3F7C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A6A45-6AFD-4EAC-8EC6-20528D90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8A2F8-F7B9-4E14-A7BB-E9EBB6C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0C029-A401-4AD6-971F-0AC135A7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96F92-E946-4042-AE50-2B1E2B68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2D0E2-996F-4E68-9D2F-47CA16D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B9EA9-E6C0-4698-A7C5-BC2F46AE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2A38E-CE32-42DE-9CB9-712E3ABD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6237B-45F0-4C05-98D2-5FD45F44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48A77-96A2-4E3D-A424-091C9BF7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1334B-3116-4805-8A8E-9ADEF88D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7988E-B89F-4929-959F-D77166CD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97235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CD0FE0-19F8-4EF4-A2C0-004D428F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602ED-7001-4FEB-923E-C61D978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4E94D-F379-4F8F-B90A-2EBD5120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0FCA0-8C78-4568-B6E7-C94DD209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7CFE0-7223-4DD4-AFD8-00A9837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C1294-0409-4B0B-87F5-FA7428F3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10961-74DF-4A39-980A-F756CF59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lourd et répétitif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A0831-954D-4D1E-A9B4-7BB72AD8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FAE20-B140-4C38-B92D-D8DB9064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passent beaucoup de temps à préparer, commenter et reformater l’information financière.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52E36-3D24-4AE9-9349-F240FB7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7E362-7D23-407E-AA5E-A77BBA5E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synthèses, commentaires et formats de restitution se préparent plus vite et plus proprement.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C7E63-FFD8-45A6-82BA-13E0F129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FD17D-D07B-4EEC-9CD6-23108FBF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85E53-06E8-40A4-A164-32FD30F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Contrôles encore trop artisanaux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0C37C-BCB6-4393-9C7F-4221EDE1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98194-AF41-40BB-AA9C-286BF77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revues de cohérence, détections d’anomalies et analyses d’écarts reposent sur beaucoup d’efforts manuels.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942C3-2B15-41EC-B6F0-B76DC7B1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31266-AE13-4DD6-B9A8-768736E9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routines d’assistance accélèrent les revues et font mieux ressortir les points à investiguer.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AE791-6584-4898-9460-E54E8434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277C2-09C1-4A49-B20F-9DA5FF60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FFD33-C23D-4671-9FCE-028126D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Décision tardive faute de lecture claire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34782-A7B4-4098-842F-3EED0DBD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7C31F-4D2B-431E-9DBB-C9BCD195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comités reçoivent l’information, mais trop tard ou trop brute pour arbitrer vite.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1D754-A09B-406A-857B-4E85984D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E5D71-D222-4FBB-B0D0-40FE05ED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décideurs disposent de notes plus synthétiques, plus lisibles et mieux reliées aux KPI.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9FDFD-C83A-418D-B109-91132F91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7E7265-D524-4F9A-AF60-B5422A95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BA0F2-3DDA-41DD-AFE2-16EE3D5C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Multiplication des demandes ad hoc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E3CB0-8750-47DD-A2EB-E2DC0E93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F0847A-2A0C-4914-B312-85B0AD8E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demande de tableau, analyse ou note perturbe la cadence des équipes comptables et contrôle.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8BDD42-3B92-470E-B9B7-CBB98FFB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B6492-E41B-4B08-8187-85396605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kits réutilisables réduisent les reprises et sécurisent les formats attendus.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34EAFA-F37F-4A64-9F7D-387716C1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A06F1A-5FB0-469C-81E0-D7B20D39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F7510A-B9DF-40A0-BE2A-C1813238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E7C89-B708-46AD-B4CF-4E017141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17FF75-DDF0-4E58-9C17-C8BA9F54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C81E8A-D66B-4344-8A6A-91870F73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75989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ABD1D4-2A37-4AA7-96B2-5CEBA7A2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BFC18-855E-46B5-9C66-0FABE849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AB1F-2CCB-4745-9CD9-16F9BAFE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6E1BD-7CE2-489D-8B06-B519720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2F5B6-1C9C-4086-BBFD-DD454F26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D9BBA-8AC3-43EB-AACF-6D25888F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3F316-47C6-450A-AE13-C3101F07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temps de 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2D07E-8BE2-4163-BCEA-7A2AB289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collecte, commentaire, mise en forme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161A9-7BBC-46F0-8835-095AC92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810A5-995C-46DB-916C-15CE4C9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Revue plus rapide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1BB85-51ED-4082-BA09-5082921F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écarts et anomalies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8FC93-B66C-461F-965E-C640F6A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avant comité ou clôture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ABA7C-B5DB-421C-A983-D68852E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BA611-AE71-493F-9B4D-5C1D06CB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Décisions mieux documentées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7D879-1126-49CA-A210-55243F28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la direction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96F6D-977A-493B-9C8B-969B2338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notes synthétiques et KPI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495C5-116A-4C1B-AF0A-4772A62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F5732-6545-4CD0-9C36-7AEF4AFC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Contrôles plus homogènes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941A0-57BF-4668-8C21-F13ACBCC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équipes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C61EF-EF97-4356-9A87-55B04517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formats et méthodes alignés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B387A-FDA3-42F3-8424-60FBEEFA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9945A-F1C9-4024-A3EA-BBE7DC33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6060A-F24F-498B-AD01-115D574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6C6C4-2133-4277-A12B-B955F1C8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96501-677C-4C75-88A9-E62D3765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DA6F41-4E8F-4F68-B151-796A3D2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A1023-3873-4723-8C76-0FF56FD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45056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95E92-04EF-4C19-BE2D-36E2F76F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F8E37-646C-400D-8053-FEED7E39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5DE10-67B6-48FA-99F3-6FE35075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F5E93-3E67-4689-B896-03434EEB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2B45F-E658-4685-ACAC-F94F195B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AD02D-4A01-48A5-B719-7399522D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74D26-3CAC-43C3-9A1A-27F47371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financier automatisé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0141C-85B6-4359-A70D-D0324813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9A2D7-580C-4AD5-A1CC-0E73B50D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production des tableaux et notes de synthèse reste très consommatrice de temps.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F98B8-4790-4969-82AD-BBBC3E0C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E3B9A-E762-4D91-A97B-D0680F79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accélère la production des commentaires, résumés et supports de lecture pour les décideurs.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CB6C-2685-4007-8D46-33DDFC1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55E17-6CBF-4CBD-853A-54240CB9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mensuel ; délai avant diffusion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1AF43-BF5E-4275-9237-0E83EF5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20637-5F90-40F8-B05E-7324698B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140E7-E021-4494-9177-3FB55813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Pré-clôture et détection d’anomalies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EC44F-7C50-42CC-B787-5CB7B4D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7681F-FCCF-4324-99F4-409F35C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contrôles de cohérence dépendent de vérifications longues et fragmentées.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277BF-28B1-420B-8895-B6D4B86D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C09D5-4779-4C88-9E15-130447C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exceptions sont mieux repérés avant arbitrage humain et investigation détaillée.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29D48-83E1-451B-96B5-F3E39F20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B698B-8B04-430C-BACD-43C3F7EA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revue ; nombre d’anomalies détectées plus tôt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98D66-0E94-495C-8EB2-761933F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FC873-AD2F-4AF4-B46F-8B84A5FF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2B642-5F96-4611-8C0B-514F7459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interne augmenté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FBD5C2-6BDA-44A8-8825-7D9218FB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671CF-7771-421B-9061-B8F11E76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préparation des missions et des tests reste lourde en collecte et synthèse.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8D87F-48B9-4914-A326-BBFBFCD2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DDB8BE-5853-4181-9B2E-72D0041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auditeurs gagnent du temps sur les notes, checklists, synthèses et points d’attention.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CA8359-3B93-47F0-B1E7-82DA2C35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9BE2F-6DA5-4ADB-AE17-CD138E2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mission ; couverture documentaire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9CE6E2-739B-4086-B8E8-014800CF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45B4FD-1C36-488C-A838-69117CB5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ACE768-010B-41F4-B873-C5CB1231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Prévisions et trésorerie mieux relues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D3287A-BF14-40A1-90C5-44F86D93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BFC9A2-EA4A-4D3E-92FC-C9B690B5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hypothèses budgétaires et cash nécessitent des itérations longues avec plusieurs parties prenantes.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AE5B56-BAA5-44DD-8377-D1F901B7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B53C87-5F4F-428D-AB71-E69F42AE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scénarios deviennent plus lisibles et les hypothèses plus faciles à challenger.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726AFA-DD83-4F14-98F8-EFBB1AEF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E27852-BDC3-469F-9BF1-E39E0731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budgétaire ; délai d’arbitrage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614AD0-1575-4048-8E68-4C282B3B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FD074A-52C9-4BCC-8F68-1048FDDD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2A64D1-4F55-46FE-B16E-6F1F4858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14950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53237-6C02-43D0-A3C3-FCFDD27C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FA8F1-BC9C-4217-A955-D081D9AC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1F461-D62B-48F8-967F-519D5263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02E81-CC84-49F3-BEB3-9B1B540D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8BE78-E163-4CB8-8855-00172AC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F763D-CC2B-4308-BB17-D28E00A4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01459-9081-4A4B-96A0-312185D6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financier automatisé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A8522-7EC3-4FDF-A034-06AD5C79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B3487-AE40-4278-AF8C-B1766D5C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production des tableaux et notes de synthèse reste très consommatrice de temps.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FCDC5-9554-4F4C-8204-010B2D1F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FAC74-5650-470C-8BE8-EDF15FF8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accélère la production des commentaires, résumés et supports de lecture pour les décideurs.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CB7D3-4D0D-45B2-B3F9-F646B28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16859-5909-4FF5-9296-75798903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production mensuel ; délai avant diffusion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E4D1A-B301-4A8F-A9A5-39011647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F17B9-540E-4EDD-ABFD-95DDADB4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DEF70-64ED-49EE-B059-6FB30EDD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Pré-clôture et détection d’anomalies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4B3E2-C3CE-4505-9596-15DDDE27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9072F-F5A5-4D57-8972-1AD072CA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contrôles de cohérence dépendent de vérifications longues et fragmentées.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8AA4A-72C4-4A5C-809C-612D3D0F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1758F-9F8B-4B9E-AAF9-C5E78F40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exceptions sont mieux repérés avant arbitrage humain et investigation détaillée.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AAD16-C765-4C31-8442-141A7DE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1D903-E8CD-4F43-97EE-75920AA5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revue ; nombre d’anomalies détectées plus tôt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D5623-F252-426E-AFAC-5E343FA8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F8352-AC7D-44D4-846C-E8EA29FB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F9C11-622C-4790-8CDD-5769F265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20793-7128-4268-B261-E04B98FC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1E814-4F77-4EA7-9C70-9CFE0665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78350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CD51B-EB3D-4DE1-8038-3B036F48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59E11-6524-4BB4-9267-A4D12897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DBEC9-CFC7-491D-94F9-30F8A192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C0A25-FFD7-43F3-9B15-1F32A3B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E6E0D-6C1E-490A-BA74-ABDF25FA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29AA4-FBC0-4EE5-875C-6069E145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AB705-BCC4-4A41-A722-402E0150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EB436-F289-4F8A-934A-0623B787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6F850-8C42-4D4B-9488-075DB00B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3659F-907C-475D-A3C7-04E74D55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Reporting Financier Automatisé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910F2-5CB7-4B02-936D-E049DF06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164A1-A7B2-4A31-87FC-16634B91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3D810-67B8-4ACE-A184-5119BE14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A7563-3ABC-48DA-9478-52548B2A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Comptabilité Automatisée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042CF-33D6-4C4C-99B1-94D6CFF9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B7199-661C-4BAC-AB3E-85D17410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FBD32-F495-4473-9DA3-3A09E209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7B9A5-514D-404D-8FF7-20052D87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Interne Augmenté par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47922-973A-4750-A563-7C0F6D1E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DA777-C340-4C56-BC21-C78B5E1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6C4A9-E869-4806-85CF-CFB19C85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06CF5-EDE1-4F8A-8B1F-DD58BF35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Prévisions Budgétaires Assistées par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E5ACC-A198-4C49-A953-D724FE21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67FD1B-F03D-4384-B32D-59C0BB75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9913DF-2C8F-490D-8565-FE42E02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DB1165-0BFA-4782-BDB5-74D39C6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Trésorerie Intelligente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9D9DA-327D-4B92-8F37-CE7056B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94080-6112-4C78-BB3E-5FA12C7B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9C01C-F94E-4B66-8E24-10654316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BFF6B3-A9DB-4C8A-9EEE-04841185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Normes IFRS et Automatisation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F0AEE2-9900-4ADA-A4C1-B3337F8C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10A13-FACD-44F7-9D6F-7BBFF35F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D4BD3D-4ACF-480A-925F-6010D45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 temps passé à commenter des chiffres déjà disponibles.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Améliorer la lecture managériale du reporting, des écarts et des arbitrages.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Aider audit, contrôle et comptabilité à travailler sur des formats plus stables et réutilisables.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Faire de l’IA un copilote de rigueur et de vitesse, pas un substitut au jugement financier.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5CE46-C61A-41BB-B81B-C9E287BA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E265EF-9745-47E0-BC08-8667FB82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E63072-B5DF-4C4A-830B-CBEA4066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B1E78-7991-4CC2-928F-CA12A660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D2CD0D-A380-43BB-8A65-569462C2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33759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8D60D-DDFF-4248-A9B1-A0C37382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2FC8F-14A4-44FC-8A65-FCC107F5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82D57-DB1F-475C-B7F2-A1A5D6F6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5D7F9-817D-4A5A-AE1D-64AFDB0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150C1-2AEC-4397-AB9F-D7643685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DA7EC-2816-419B-BCB9-582B5929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54945-D6E6-4319-AD8B-87A4B6D4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EC458-83D0-4AED-8CE7-4DBD7714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13C72-CFA6-45CD-A1DB-641C8A7A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FED42-631D-49FE-951F-CED835A5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534FF-5497-4374-B775-435A2028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BE5F1-A27E-4AC6-896B-09625BEC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20EE5-DD8B-4BD5-A2D1-5414A4C3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4A98D-7890-492D-87FC-A748254D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AC177-45C7-4389-A23D-5B40BFC7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F12B8-5206-405E-BE31-263C8E4B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10968-050F-4B70-9696-7DA64FCF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5907E-812F-420B-BE11-8D6E62C0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9D27C-5FFA-4240-A25E-2AC41408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393B9-E395-46A7-93D5-20AE416C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463EA-ED7B-42CC-A890-79906D15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A3902-AD49-413B-BF74-22BD6FCA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91108-291A-4684-9A8D-F49183E7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AC66A-5902-44DF-818D-C649D72F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E984C-623E-44A4-9D0A-EE8F9B1E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11E0E0-E2A8-46B4-A2DE-8EE9D427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9494D-A309-4C7B-A5B5-EDDB46E9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FCC009-013D-4201-8434-ADDC8B60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BCC2D-2148-4914-81AC-FD8A887C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4F960F-27CD-4926-93A3-42E1B765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71584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ED834-54A9-46CF-AE62-679B32FD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331A8-438D-414B-B1DF-E5D1B95A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82CA0-D2C0-4A89-9376-C0CFFB36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finance &amp; comptabilité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3C1D1-58CA-4EF5-A852-B4E00425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21171-D1FD-448E-8CB2-0BB68BAB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AC634-252D-4A50-8E0A-936E4B9B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CF536-8943-4FBD-A149-72AE40F6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66DCE-50EC-4E2A-9994-ABD0B54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Finance &amp; Comptabilité.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2DC1D-5B7D-4B30-A911-093EB3B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CF7AB-94F2-4B7F-B434-F70CB466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C69DA-D80D-4329-BD6D-CC1D31B9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EF750-239D-4FEB-86EB-4D5B012F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90AB5-9039-4A27-96DE-3BFB6436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F0A18-1CB5-477B-8A39-793C8178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7545E-6C76-476B-928D-B47C4BB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3E379-A4E7-4704-B196-E08A47CF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73C10-1615-43B2-816E-CD38C1A5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A3827-C48A-47C1-AC3E-65737922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0A7D9-09E1-43B1-8EFA-770A2CB6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290CB-EAC3-4464-A9CD-732D0C9A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82746-2B03-4D8E-9FAC-6936B15F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C476E-6206-4011-8D2D-89E0F1D4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1CBB9-D111-4C4F-A9D9-E52C26A8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BF9CF-C13F-42D4-ADDD-AA10D958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8CB12-7751-44FF-B84E-F8CC3BA2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1FFE8-E193-4318-A625-FA33797A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B22BE-96B6-4E99-9B32-769A761A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33907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779857-60B1-4D46-9F0B-D6F5A852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288A6-99B8-41A3-A7E7-E4CE734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bf1cfdf86485e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B097E-FAF8-4387-89F9-5329D1A2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B897C-6873-4C86-A262-AFBF503A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FFD65-DE84-4B49-B6F0-4CAA6D1C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40DBE-E7AE-4BF7-A727-5A192AE5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36E2D-5BE9-4B4E-88D5-A298B5BA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690AC-57DB-4C62-B8AE-3AEC9A13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287F3-F624-4BA3-A9EF-97010A11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BEDD8-C0A3-4B5B-956C-A2C25F8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C3156-F665-4DFD-8D6A-E182FE26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E2F2F-2038-4AFC-8599-97502022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75C25-0891-46F3-B301-A7EA67C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127C4-69FF-448D-B86E-E62BBEDF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A26B1-8966-4CCA-83F3-292CBE7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66F4B-0941-4349-B00B-59AC6F47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4C9E2-D718-4582-A057-BDB95D46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9DD1F-A320-4B59-B454-7EF49B61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8722F-8F64-4FEA-9271-14303F48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Microfinance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F05C5-F581-4DE9-8FB7-53830CC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BD8EE-20D7-4C2C-8457-DA80B783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F8DE3-28D9-4965-8EB2-A86AA9E2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57201-04F1-4F14-9CAB-417D1050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Finance &amp; Comptabilité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4A5EA-5DB0-407D-B289-D13BA662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5376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2026-06-12T16:01:34.2300000Z</dcterms:created>
  <dcterms:modified xsi:type="dcterms:W3CDTF">2026-06-12T16:01:34.2300000Z</dcterms:modified>
</coreProperties>
</file>