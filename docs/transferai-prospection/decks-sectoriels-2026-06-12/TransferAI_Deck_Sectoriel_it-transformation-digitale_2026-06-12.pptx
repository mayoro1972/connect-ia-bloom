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0fbc7c39aa4de9" /><Relationship Type="http://schemas.openxmlformats.org/officeDocument/2006/relationships/extended-properties" Target="/docProps/app.xml" Id="R988ad5df32194df4" /><Relationship Type="http://schemas.openxmlformats.org/officeDocument/2006/relationships/officeDocument" Target="/ppt/presentation.xml" Id="R6350f11ef40243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7e1fb9e3404424"/>
  </p:sldMasterIdLst>
  <p:notesMasterIdLst>
    <p:notesMasterId xmlns:r="http://schemas.openxmlformats.org/officeDocument/2006/relationships" r:id="R203038f3d07e499e"/>
  </p:notesMasterIdLst>
  <p:sldIdLst>
    <p:sldId xmlns:r="http://schemas.openxmlformats.org/officeDocument/2006/relationships" id="256" r:id="R70b585edd6d54294"/>
    <p:sldId xmlns:r="http://schemas.openxmlformats.org/officeDocument/2006/relationships" id="257" r:id="Rc4e02c2ab649464b"/>
    <p:sldId xmlns:r="http://schemas.openxmlformats.org/officeDocument/2006/relationships" id="258" r:id="R6c4948fce4ef46dc"/>
    <p:sldId xmlns:r="http://schemas.openxmlformats.org/officeDocument/2006/relationships" id="259" r:id="Rb0957eefa58a4c40"/>
    <p:sldId xmlns:r="http://schemas.openxmlformats.org/officeDocument/2006/relationships" id="260" r:id="R91c06acab72942b5"/>
    <p:sldId xmlns:r="http://schemas.openxmlformats.org/officeDocument/2006/relationships" id="261" r:id="R3d9c20e4643349cd"/>
    <p:sldId xmlns:r="http://schemas.openxmlformats.org/officeDocument/2006/relationships" id="262" r:id="Ref38748af8ca4787"/>
    <p:sldId xmlns:r="http://schemas.openxmlformats.org/officeDocument/2006/relationships" id="263" r:id="R55005b694db5486c"/>
    <p:sldId xmlns:r="http://schemas.openxmlformats.org/officeDocument/2006/relationships" id="264" r:id="R626ede1c5d6d4699"/>
    <p:sldId xmlns:r="http://schemas.openxmlformats.org/officeDocument/2006/relationships" id="265" r:id="R6b4a9e618d0842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70252a41e44a5c" /><Relationship Type="http://schemas.openxmlformats.org/officeDocument/2006/relationships/slideMaster" Target="/ppt/slideMasters/slideMaster1.xml" Id="Ra27e1fb9e3404424" /><Relationship Type="http://schemas.openxmlformats.org/officeDocument/2006/relationships/notesMaster" Target="/ppt/notesMasters/notesMaster1.xml" Id="R203038f3d07e499e" /><Relationship Type="http://schemas.openxmlformats.org/officeDocument/2006/relationships/presProps" Target="/ppt/presProps.xml" Id="R4752dace52fd4590" /><Relationship Type="http://schemas.openxmlformats.org/officeDocument/2006/relationships/viewProps" Target="/ppt/viewProps.xml" Id="R6ee0e919ce2e4f5c" /><Relationship Type="http://schemas.openxmlformats.org/officeDocument/2006/relationships/tableStyles" Target="/ppt/tableStyles.xml" Id="R9ae23a90efd640e9" /><Relationship Type="http://schemas.openxmlformats.org/officeDocument/2006/relationships/slide" Target="/ppt/slides/slide1.xml" Id="R70b585edd6d54294" /><Relationship Type="http://schemas.openxmlformats.org/officeDocument/2006/relationships/slide" Target="/ppt/slides/slide2.xml" Id="Rc4e02c2ab649464b" /><Relationship Type="http://schemas.openxmlformats.org/officeDocument/2006/relationships/slide" Target="/ppt/slides/slide3.xml" Id="R6c4948fce4ef46dc" /><Relationship Type="http://schemas.openxmlformats.org/officeDocument/2006/relationships/slide" Target="/ppt/slides/slide4.xml" Id="Rb0957eefa58a4c40" /><Relationship Type="http://schemas.openxmlformats.org/officeDocument/2006/relationships/slide" Target="/ppt/slides/slide5.xml" Id="R91c06acab72942b5" /><Relationship Type="http://schemas.openxmlformats.org/officeDocument/2006/relationships/slide" Target="/ppt/slides/slide6.xml" Id="R3d9c20e4643349cd" /><Relationship Type="http://schemas.openxmlformats.org/officeDocument/2006/relationships/slide" Target="/ppt/slides/slide7.xml" Id="Ref38748af8ca4787" /><Relationship Type="http://schemas.openxmlformats.org/officeDocument/2006/relationships/slide" Target="/ppt/slides/slide8.xml" Id="R55005b694db5486c" /><Relationship Type="http://schemas.openxmlformats.org/officeDocument/2006/relationships/slide" Target="/ppt/slides/slide9.xml" Id="R626ede1c5d6d4699" /><Relationship Type="http://schemas.openxmlformats.org/officeDocument/2006/relationships/slide" Target="/ppt/slides/slide10.xml" Id="R6b4a9e618d0842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d68aef7b9242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e7bb019ffd4279" /><Relationship Type="http://schemas.openxmlformats.org/officeDocument/2006/relationships/notesMaster" Target="/ppt/notesMasters/notesMaster1.xml" Id="Rd9ce093cbd5149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40c760f4f14d98" /><Relationship Type="http://schemas.openxmlformats.org/officeDocument/2006/relationships/notesMaster" Target="/ppt/notesMasters/notesMaster1.xml" Id="R168e288661e543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8c536567b04455" /><Relationship Type="http://schemas.openxmlformats.org/officeDocument/2006/relationships/notesMaster" Target="/ppt/notesMasters/notesMaster1.xml" Id="R732134187a3d41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d3dad322f54335" /><Relationship Type="http://schemas.openxmlformats.org/officeDocument/2006/relationships/notesMaster" Target="/ppt/notesMasters/notesMaster1.xml" Id="R997a5ef2197542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058f6e77524980" /><Relationship Type="http://schemas.openxmlformats.org/officeDocument/2006/relationships/notesMaster" Target="/ppt/notesMasters/notesMaster1.xml" Id="Rd1772240062547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52c54473064db9" /><Relationship Type="http://schemas.openxmlformats.org/officeDocument/2006/relationships/notesMaster" Target="/ppt/notesMasters/notesMaster1.xml" Id="R60a33d49202542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7dca40eb824f39" /><Relationship Type="http://schemas.openxmlformats.org/officeDocument/2006/relationships/notesMaster" Target="/ppt/notesMasters/notesMaster1.xml" Id="Re03e9663fb714f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af763c8a3549c7" /><Relationship Type="http://schemas.openxmlformats.org/officeDocument/2006/relationships/notesMaster" Target="/ppt/notesMasters/notesMaster1.xml" Id="R88ad17d1468f44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69e6b63d8b4285" /><Relationship Type="http://schemas.openxmlformats.org/officeDocument/2006/relationships/notesMaster" Target="/ppt/notesMasters/notesMaster1.xml" Id="R893d350a5bd741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d187fb37634267" /><Relationship Type="http://schemas.openxmlformats.org/officeDocument/2006/relationships/notesMaster" Target="/ppt/notesMasters/notesMaster1.xml" Id="R3fec57dff76346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646680d7944b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56b0b1933c4d32" /><Relationship Type="http://schemas.openxmlformats.org/officeDocument/2006/relationships/slideLayout" Target="/ppt/slideLayouts/slideLayout1.xml" Id="R73ba0b49555c43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ba0b49555c43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c8a5c14884768" /><Relationship Type="http://schemas.openxmlformats.org/officeDocument/2006/relationships/image" Target="/ppt/media/image.png" Id="R5f1ade9e8e0a49c9" /><Relationship Type="http://schemas.openxmlformats.org/officeDocument/2006/relationships/notesSlide" Target="/ppt/notesSlides/notesSlide1.xml" Id="R1b5bc41f1f8549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0a1ba6bf747bf" /><Relationship Type="http://schemas.openxmlformats.org/officeDocument/2006/relationships/image" Target="/ppt/media/image2.png" Id="R7f944909b42c4a68" /><Relationship Type="http://schemas.openxmlformats.org/officeDocument/2006/relationships/notesSlide" Target="/ppt/notesSlides/notesSlide2.xml" Id="Rb4188f047aac46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554c967594b25" /><Relationship Type="http://schemas.openxmlformats.org/officeDocument/2006/relationships/notesSlide" Target="/ppt/notesSlides/notesSlide3.xml" Id="Rafba4924855941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65954ee6b49da" /><Relationship Type="http://schemas.openxmlformats.org/officeDocument/2006/relationships/notesSlide" Target="/ppt/notesSlides/notesSlide4.xml" Id="R82f60c39518d4e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fef6940cb4f1b" /><Relationship Type="http://schemas.openxmlformats.org/officeDocument/2006/relationships/notesSlide" Target="/ppt/notesSlides/notesSlide5.xml" Id="Rfc3c9375f1a146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e66fee4b442e7" /><Relationship Type="http://schemas.openxmlformats.org/officeDocument/2006/relationships/notesSlide" Target="/ppt/notesSlides/notesSlide6.xml" Id="R5cf936f912b547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a160df2224816" /><Relationship Type="http://schemas.openxmlformats.org/officeDocument/2006/relationships/notesSlide" Target="/ppt/notesSlides/notesSlide7.xml" Id="R7dfbb80ad89141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99ccf284b41c7" /><Relationship Type="http://schemas.openxmlformats.org/officeDocument/2006/relationships/notesSlide" Target="/ppt/notesSlides/notesSlide8.xml" Id="Rb9323d28c61f4e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d9b4b27984d01" /><Relationship Type="http://schemas.openxmlformats.org/officeDocument/2006/relationships/notesSlide" Target="/ppt/notesSlides/notesSlide9.xml" Id="Re1bfc7b95ff749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974eca1544aad" /><Relationship Type="http://schemas.openxmlformats.org/officeDocument/2006/relationships/image" Target="/ppt/media/image3.png" Id="R94a9abf1585d4b98" /><Relationship Type="http://schemas.openxmlformats.org/officeDocument/2006/relationships/notesSlide" Target="/ppt/notesSlides/notesSlide10.xml" Id="Rc6a8f679730a488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D7C887-5CB6-4860-BB17-B75C56A8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6EEE0-9E44-4A57-AF5B-86EC1331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C4429-E274-4E79-BBEB-C6ECC4E1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ADC75-75D3-428F-B8EE-3971A9C3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35132-DF1C-4558-97A5-0E73F8DD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ade9e8e0a49c9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B2318-B242-40B7-A255-E1C47422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2C5AC-283F-48A9-B6DC-3BA4904D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IT &amp; Transformation Digitale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FE0D5-3C93-481E-A538-6E72F01E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Réduire les tickets simples, accélérer les workflows et lancer des mini-solutions utiles avec méthode.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E37EE-AA5E-4395-8FFD-AD16FE65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DSI, responsables transformation, PMO et équipes projet qui veulent passer plus vite d’un besoin métier à un premier livrable opérationnel.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13086-3EC7-4C8F-ABB9-4E018429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39126-B52A-4A1D-BBBB-2DFC6FC6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487C2-5692-4580-A95F-DD38DD7B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B881A-22EB-4CA5-8B08-20A1D64C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35C03-82F7-4DD8-B349-79E0E4FF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F56FE-EF55-4AE6-AFB7-C2043698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Télécommunications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726E38-EF04-4A8B-B605-0E41ED30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4CD777-EB6E-4DCB-B2F7-5E3411CD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Fintech / Mobile Money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DE4FB9-F45B-47B2-AD7B-75C73557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600AA6-9EBE-46C2-8415-B355C1C3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Médias digitaux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118661-0F4C-4BB7-874B-2A6F5335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CCBD0A-B3C7-401F-ADDE-F4A80EF0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/ Numérique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A45B9B-DE46-4890-8847-1E74603C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1A446A-602E-454B-AB4D-B0C7000E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260A61-7FAD-471E-8E5E-6457CFE6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0532BC-0FA1-4DBE-9946-36CE03F8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9462C5-7E55-47B4-B505-9DBB02E5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CC189A-1121-498F-A130-A33CFC16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3EB0A0-CA67-4171-873B-EF3417C8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CC660A-83B6-43ED-BD98-DE245A23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E7B67A-2E2E-4420-AECA-17E44AC1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8C3BC3-FFE0-4C65-9FB6-FF173AF9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1845F3-36CC-46AA-B973-CD3688BF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76A194-9B56-451A-BA25-F27274B3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B956F5-B20E-47AD-8752-146ABB60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F06F46-8A9D-40F9-9C40-8662A1F4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25543A-A367-4F3E-93A0-5CD91597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F4EB27-7323-4496-AB90-FE0E71A6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423F44-EEB1-43C8-B9A9-A112AB45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6E4DF1-53CA-49A1-8FAF-99BAF9CE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79C21C-3B25-44C4-94ED-A5E5FEF3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BEB5B7-E45C-4760-AB61-0663D7D6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3C4D5D-54B3-4586-8487-104C4192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IT &amp; Transformation Digitale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78F598-DA86-45D6-AA39-41B5864C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161555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157460-B350-4F89-A3C4-5D44DFB5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40D0A-AD33-48E9-8051-3544C154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68DFB-8588-46CF-A5E6-FF8E0340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it &amp; transformation digitale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B718D-EDE5-4CE3-ADA1-538235DA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ROI IT est souvent le plus visible lorsqu’on touche aux tickets simples, aux cycles de développement, aux workflows et au support interne.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16498-FD69-47AB-9A1C-654FFC56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44909b42c4a68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D05B0-052F-4492-9B50-24E72037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A991F-75A0-40C3-A3B7-8A014857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B4D6C-0441-496B-88B9-74AFFAFC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39093-C12F-4171-8968-D742A579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B9E4D-F83D-468B-80E2-7DDC8A66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EB494-E681-4DB7-A00A-6BB2F38F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BC844-3EA7-42AD-A512-83D3970C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65466-D998-4439-B9E6-5655CD03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Télécommunications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3063F-6F59-4B14-B286-17F639EC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D4447-3D47-43EE-9270-E639CE5F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Fintech / Mobile Money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F7A75-418E-48D0-9474-77783AD9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3AC663-6C96-451F-8355-33268B30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Médias digitaux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2C43C-E275-4EA2-89C5-9D72554B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6EB790-37A6-4D5B-AD58-2A73DE11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/ Numérique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62766D-9318-454E-9A1F-3D6CD6E5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7D9B06-6926-4927-890C-2766F1C6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Inspection / Certification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9CA2C7-25DC-4D2D-9C6E-796049E4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C374FC-35DA-41B9-92EF-984028A6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9EE6B5-28E1-4E86-A237-50B0ECE8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7DF08B-FFE6-4303-A46E-3E3A2499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0B4917-C76C-4D9F-B0C1-078D39F9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IT &amp; Transformation Digitale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86982E-221E-402F-A5EF-D4F25D3C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39084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A8FF79-C41A-44B4-BC28-94925225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8B63C-43BB-4BEE-91C0-1A66B00A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1D4C1-7E0D-4E68-8A37-C722D81E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8C47A-8C42-4A3F-88F1-E1FF55CB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0F743-A423-4B87-AAF9-10B2C887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80130-2D54-4F29-82EE-77487141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5B04A-E846-4054-A884-6671C5B6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Support interne surchargé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1DDF4-A683-416A-A511-E519E631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17AF0-A240-4757-B6ED-F3C3EDFB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IT absorbent beaucoup de tickets simples et de demandes documentaires.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D2258-ABA2-45FE-B35B-49893E48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E4B4C-3A7E-4C91-96D6-7938A268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base de connaissances ou un assistant support réduit la charge répétitive et améliore la réactivité.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2F7B0-FE4E-4B0C-9472-E3138AA1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49456-A32C-4691-8633-DC4346B2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763F8-E55D-4701-8B58-AE2E1C37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Workflows métiers encore manuels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325FA-A098-421A-9B81-D875910D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6017B-8966-43EE-BC25-849E8F53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Formulaires, validations, notifications et suivis restent dispersés entre outils et mails.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9D9EA-14ED-4F1F-8E4A-8B9FA597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5A5EA-3324-415C-B286-7213A1DA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L’automatisation progressive fluidifie les cycles et améliore la traçabilité.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7E1F05-FC28-4D7A-B986-D21AD4B9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5FA015-A7F8-49F8-9B99-ADA27005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D93CA9-2D5F-4DB5-881E-1D7D5E20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Développement trop lourd pour de petits besoins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AEE4F4-FD8E-4F70-8E67-489D7216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140BF9-E63B-4147-81B8-1598CBA6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Des mini-portails ou apps internes attendent alors qu’ils pourraient être lancés plus vite.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399F21-644F-48EA-86BE-E38615ED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21F944-82CD-44DB-B772-2436FCE6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approches no-code et IA réduisent le délai entre besoin et premier livrable.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0063B6-936D-40AB-80B2-43AA815B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015E0B-B211-43EA-AFF2-CED4359B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0ADA77-E547-45B6-9BD6-4860CD52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Gouvernance et architecture floues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608795-3769-4A12-88A3-DF4D9AE9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FB5891-7889-4C49-8809-E6A8C1A0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testent des outils sans toujours cadrer architecture, accès, sécurité et valeur métier.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8E801D-7303-4A23-A74B-7B2DCF7A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3C4840-8CA5-4A40-BD23-B767957B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usages sont mieux ordonnés entre expérimentation, intégration et gouvernance.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8347EE-2C58-43EB-B040-22540DCD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8D41CC-38D6-4E77-AE0A-EFBF0C25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905C98-10D0-4E3A-922D-7669B7B9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F92DAB-5C76-4152-8C57-C3DC85F5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3C55D5-83AC-4C13-B1D8-9DA81156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IT &amp; Transformation Digitale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93040E-FB60-44A5-824C-27E86C0C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062145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F9B889-8FA8-4FB2-85BC-62F05659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7D75E-9D1E-4F2D-B459-D88A6998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C1C8B-382D-4B85-9D24-825EAE25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E5760-E5BA-4D5D-A69C-10468E2E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B2B4B-5A80-401E-866F-FC65DECF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71E3B-8FA0-4BCA-AC96-C735CA2F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Moins de tickets simples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67CFC-E697-4ABC-A14C-D4409750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le support interne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0B75D-173B-4023-9BA0-E769A2E3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FAQ, documentation, incidents récurrents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C5503-F0CD-4D28-8C02-7B5ED714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10593-FB59-4EE9-88E1-8EB4B843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Cycles plus courts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24B8E-9742-4ECB-89C2-792F2978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les workflows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D0204-E1AE-4C5D-B2DF-8377148E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validation, reporting, notifications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9B8B0-C787-447B-A4B3-9FBBCBC6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2F5E1-FCC1-4929-AD9D-CF55C295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Déploiement plus rapide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E9CAF-B06F-4BBA-96C2-2C5A18BA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 mini-apps utiles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E83B9-E2A7-43BC-825B-A7636A74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sans projet lourd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C0C65-7297-4AE5-A25C-72C358AB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23E926-9895-44EF-9ABE-180EBC56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Gouvernance plus nette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0E9D79-336C-466B-AB5D-DAF7F9D3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les usages 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EB26D0-2FC2-4CAC-81D3-8F314556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architecture, accès, sécurité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34B87F-2A86-41CC-9097-BCCF8CF0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511354-005A-40C9-BC42-79FB02BF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14ECF-3EC3-4739-9F1C-0AD9CFFA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DA7E50-2258-497A-A1E9-5C63B3F1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E2CD21-8768-4CE5-B07A-C4473E54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59FB4F-5891-4D7C-9C68-4BE33B95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IT &amp; Transformation Digitale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C8F47D-BC9C-4CE9-8CBD-057B14D8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520846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6D9F6A-A3CC-4FFC-8D86-C70F0EF8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1013A-7D47-44FD-9492-0BB00A2E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C53A4-D76B-4BE5-9499-6C3C1FF6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6FBB4-22F9-4B0B-A546-13D9F410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E4670-ED56-4554-94DD-5CB141F3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7894A-13A8-48CF-8FEC-766D1B0A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42275-76DC-4633-B4F2-B2995B76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Base de connaissance et support IT interne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766C5-8423-4CBC-B783-5CE1E08B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79F2A-C9B0-45E5-BA2A-031D0A74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support passe du temps à répéter des réponses et procédures simples.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F3374-1FB8-4AC3-B841-064175B7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9DAB4-BE6A-46FD-835D-02B40998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utilisateurs accèdent plus vite aux bonnes réponses et le support se concentre sur les cas plus complexes.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7A19D6-DE10-4DD9-9DC6-CCA4946C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B60C7-E3E6-41DA-BBE8-25D0BB08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Volume de tickets évités ; temps moyen de résolution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DF2B1-21B6-4704-A25D-28396480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93F8B-15A7-49BE-8B7E-009B67D3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28A14-3E08-4081-8796-58ED98A2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Automatisation de workflows métiers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2857C7-0085-48B3-8B10-62A44C58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556E8-99C9-48B7-8FB1-4A6E97E6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séquences de validation et de suivi manquent de fluidité et de visibilité.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C505C9-21B2-4A5B-93C0-D6B9DC18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94B257-24F4-4EFC-80C4-C723C134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flux critiques sont reliés, traçables et moins dépendants des relances manuelles.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685AC9-FBF0-45C7-B442-72A25588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5EB1CC-F815-4087-982F-86BD4C05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cycle ; nombre d’étapes automatisées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C34B2C-55C7-4D0A-ACA2-8968B5B6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BF071A-E08B-449C-8CF4-6881B77D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D4AFED-C020-43FB-804C-000510EA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Mini-portails et outils internes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54E82D-AAB7-4AA2-A94B-7EBD965C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FD1AA6-DE23-4396-944F-87255EF3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petits besoins métier attendent trop longtemps faute de bande passante de développement.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3BFA0-8AA4-43E7-926C-C910623E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D064C7-CBDB-4299-9488-BC3D6DF4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Des interfaces utiles sont mises en circulation plus vite pour les équipes métier.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4A0A01-3E76-4361-99D2-F294956E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A05557-265B-43F1-9CFD-49C434B0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Délai de déploiement ; adoption utilisateur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10EB01-81BB-4C75-8534-DC2056E2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5F6DBE-D680-4A70-9361-B38BB472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329263-C88D-407A-BA12-E647796E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Architecture et gouvernance IA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3CF443-A3A2-4A83-AA76-CDA3FB51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E1D32D-DA66-4F07-BE9F-86F8893B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expérimentations s’accumulent sans cadre clair sur sécurité, rôles et intégration.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7442C7-6603-4A1A-953A-EC58033C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F6063A-529D-4D04-8E84-842A25F2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La DSI pose un cadre plus lisible pour les usages autorisés et les priorités d’intégration.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A88C8E-02A5-4A96-BFEB-AE81373C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5DAC5B-8F61-425D-94FA-9EF87DFC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cadrage ; nombre d’usages gouvernés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ACA395-5E65-488A-86C7-BADB990F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10A89F-6F9D-4B43-AA4F-F343A9DA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IT &amp; Transformation Digitale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BBE8BE-85A9-426B-813F-6F17A0C0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686223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7A98E0-6222-430B-93A2-3BB3E023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44A20-16B7-4561-89E1-B57C1B7B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62080-8AE6-4A29-8FDD-0F177529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FB0F7-53A5-4039-BED4-DD3D8285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6A17E-084E-4B03-A90E-DAFBFFD5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15799-95BA-4582-8078-E6ECB0F0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0087F-BDEA-4CAF-8554-E664F504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Base de connaissance et support IT interne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C9040-D466-4099-96A7-4DC1469D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55DF6-9AB0-4E9D-8728-3724423E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support passe du temps à répéter des réponses et procédures simples.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AFBFD-111E-4A45-B9ED-19DAA020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B6466-FF99-40BE-BED9-882F53D2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utilisateurs accèdent plus vite aux bonnes réponses et le support se concentre sur les cas plus complexes.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BE66E-E48B-4270-99B8-2F4CFBB7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DD74E-6CF3-44FF-AB56-D83E95E2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Volume de tickets évités ; temps moyen de résolution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B651D-21F6-401D-A568-FC232C46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8CA27-64EC-4115-9FE1-702D4208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3332C-69A7-42E6-A708-D2D9D241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Automatisation de workflows métiers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96E745-DA43-4F5B-82E0-EFB523C9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CDF68C-E574-4061-AC95-7B99B03D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séquences de validation et de suivi manquent de fluidité et de visibilité.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B17D28-0DF9-49D6-A6DD-73F53F27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09F2D4-D926-4876-B6E3-50713449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flux critiques sont reliés, traçables et moins dépendants des relances manuelles.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58AC35-DA3E-4629-8E7C-B39911C9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F623ED-C412-4F6F-A23E-721C4062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cycle ; nombre d’étapes automatisées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4AFECA-3BB6-4E41-BDB2-66B124E1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43D50D-0837-4E7D-A202-84338126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43BF3D-7091-4728-84AA-DAA47C8D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6BA3A1-CBBB-455E-928B-5DA87362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IT &amp; Transformation Digitale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729AA9-6656-4977-8F57-744F7342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089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517413-BCF4-454C-AFDA-AED27F53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0B595-8F4D-4B8F-8610-C3F4EEED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C7A86-D7E1-48BC-95E2-E24048ED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E7E37-B495-42AC-B739-66D0A3DB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8CDA0-37BD-4413-A82C-5F215D92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4C517-ECD4-4534-94D4-02D19A6E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8F67F-6843-4EED-B7EB-53BCA519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651D0-EE0E-4E16-8369-CF66F393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05243-4C6A-4027-94F1-96A38DD4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FFAF1-F991-4D80-86C7-795A1F55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Intégration d'Outils IA en Entreprise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F97BE-9893-4278-AF36-E2C86D40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DAB34-5AD0-4812-9632-09491D13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9B7EC-0231-40D1-BA42-BAFA538B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ECA1C-2BA7-409C-BF4E-75C87E65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APIs et Intégration de Services 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285CC-6777-4713-A8C4-61A55811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B56975-2396-4155-A145-D617BBF8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76302-1134-490A-9953-17347D19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4BDEFF-5268-4600-9643-496B2112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Automatisation IT avec l'IA (DevOps)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1864E-FBD4-4B29-8B36-74ED9F0C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554DAB-1B3E-43AE-B991-99A761F4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F679E2-DD9D-4FDC-B9C0-648CEEFD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52BEC-1A94-463B-906D-8428E100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No-Code et IA : Développer sans Coder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20074B-3E18-4598-8F1A-35398BF2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BA6A29-E437-4265-8EBB-9492332C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60B414-8F57-41F8-B9B5-834749DA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169CEB-C468-4E0E-8D65-7F8098C5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Architecture de Solutions 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07EBA2-A72E-4AAF-A0F4-6416DA5D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00DEB7-0F34-4EF7-B1CB-AB90A07D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F808A2-FEBC-4199-A590-4A0CED6B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A6BD9A-97C9-42E0-ADE9-D8E51B63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Gouvernance IT et Stratégie 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FC2C27-C539-45BF-8CFF-9CC94337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DEBD29-8375-4AF7-8C9A-45DA1291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F83961-0F72-48B6-91DF-84FCC6D3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Faire gagner du temps au support et aux équipes projet sur les tâches les plus répétitives.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Réduire l’écart entre besoin métier simple et premier livrable exploitable.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Outiller les workflows internes avec une logique progressive et traçable.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Mettre en place un cadre de gouvernance IA crédible du point de vue de la DSI.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E869C3-1DCE-4EE1-B704-44E2A245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34C52D-8C8B-4939-AEE5-55D07CC2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F69295-A690-43EC-A384-8E040805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5F35F4-2A5F-4BD2-8922-41395098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IT &amp; Transformation Digitale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EC9035-1723-41BA-B884-71920F53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815895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B95473-39EC-42FF-ACAC-9D0668A3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5D834-2996-4DCD-BDB3-6A086456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CF7CB-0764-4D62-961F-2486E41B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070E5-6F1B-45C3-A73E-E8F547B8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5CBF3-E395-4CB6-A10D-A19E938F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D7678-5440-4C38-A8F4-2CA8B32A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799A2-6454-47FB-843E-3383B984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F7CCD-9490-47C8-A3A5-E9B7D489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DBE45-5603-475C-B36C-A4DF397C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C693D-C7D5-4A4B-B0DF-D6E530EE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EA013-9AF2-4BE4-A7E0-09D17A6E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4AFE7-E10D-4ECA-806D-3ADA6468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091F0-FA18-4882-A78B-1C205DEA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25DBE-5027-4FA8-954E-5A8CC25E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EF144-2032-4432-A440-59E091D4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101B6-8138-4CEF-BBE7-E4556AD9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A33EEA-C768-442A-8722-1517EC51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8CCB9-5E27-4A7F-B052-6709C5C8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C90053-3332-45E5-81EC-2B2190F6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4FEAAF-1256-4C43-918F-A2D22D87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35C221-E803-4B27-B4E3-71638DED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1BFE53-5195-4820-BE45-F37D0125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90B01B-2E13-4E95-A327-28AE4353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F9D84A-5B89-4BB5-8EA8-13D519DB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1E05D3-92D9-4FBA-8A24-D6B0558A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9B80B0-FE68-4D27-BA37-571BF065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A6D176-524F-4053-BDD5-C9B0F2F4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6F9B0F-70DB-4D93-B8D5-1FBB7789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C81A40-CDEE-4421-A475-EB513600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IT &amp; Transformation Digitale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DA3243-35AE-4940-BE0B-494073D7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334637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636A39-34F0-4B4A-AA17-6E575ECB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32D82-784F-4768-8E8F-511FF0CE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A2D5E-79E0-4C4D-91F8-7804F645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it &amp; transformation digitale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98825-0CE2-4D51-8B3D-34CFF051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49964-D235-437D-BD22-6ED6CB69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2C62F-47FD-49B2-A823-3C9482B6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67C35-A6BA-4375-93F2-9F595BF6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4D3CE-109F-4F06-91A3-E81597EB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IT &amp; Transformation Digitale.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DC4DC-5705-4C09-A0DA-FC81B5C8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EABAC-5777-4FA6-97EE-2A4050B4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D59BF-8602-45F4-9B32-B70E70F7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89FEB-30CB-4EEF-AC84-6964D10A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89A1E-D555-4CCA-8804-0C71F136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40264-3AFD-45CA-80CB-C2209606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4CED5-6C50-44F9-9A95-97D296B7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0EE93A-DCCE-4B61-B0FB-72301673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2917F5-04BD-48DA-B703-B2B5C062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DF5E7C-3F72-4B9B-AD53-F479F865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97BE3-0002-427A-AA4D-9E211238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79A6EB-A4AF-49EA-83F8-C78386CB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2F65AD-3B8F-4CB5-AA51-118433EB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536BC7-A689-46AA-B551-65328E47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4D905E-F001-4EED-821F-A8541881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06E9A8-43D4-4365-AEF7-2A9C8204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5BBFD8-8A00-4114-BC89-64CEAE0D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F49B9D-8093-4CE5-879F-16166A4D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IT &amp; Transformation Digitale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D00D70-E0F8-4174-99D3-AAC9F99A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1102593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B34FCF-26C2-4ADB-A818-888A365F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EB5F0-1308-49E2-890D-9CFDBB52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9abf1585d4b98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71908-7902-4ECD-A2F4-27A249DE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CC7D2-93B6-4A1B-BEF4-D7357050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D74AF-9897-4899-BD31-7EA78EDD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07E69-5576-4E68-B1B6-9E2D9C20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A4685-1D08-4956-AA6C-B47059E4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1CE85-E5A6-4548-9154-03161183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98A7C-C06D-44C4-8FF8-5E14F663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71FBD-0C40-44C2-B834-510EF9E2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46EA9-67D9-44D9-BF2A-4552FDB9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3472C-6468-4EBC-BAF2-7D9E844F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8B1F3-2C6A-4D35-8B63-A0BD0B77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842D6-0B8F-48F8-9A7C-64E17797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A55EC-3032-4B94-A29B-49D0C5E4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D29391-058F-45E2-942C-35F7FA8E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AFFEE5-498A-4BFD-900B-E3D56CC9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Télécommunications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500BB3-B0A3-403A-9BDC-B550F725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02312D-5475-42BB-9ED3-0864E583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Fintech / Mobile Money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63D841-ADE4-4ECD-AF14-82622034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282D15-8DA6-4F07-9FAF-09A68B9D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Médias digitaux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52222E-CBCE-4369-84B6-A5BEB710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A6698C-F364-4D0A-8906-465B54E2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IT &amp; Transformation Digitale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0F2DDC-F8BA-442E-B84F-EF747C8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651543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2026-06-12T16:03:49.7790000Z</dcterms:created>
  <dcterms:modified xsi:type="dcterms:W3CDTF">2026-06-12T16:03:49.7790000Z</dcterms:modified>
</coreProperties>
</file>