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8031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0" Type="http://schemas.openxmlformats.org/officeDocument/2006/relationships/image" Target="../media/logo_watermark.png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0" Type="http://schemas.openxmlformats.org/officeDocument/2006/relationships/image" Target="../media/logo_watermark.png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0" Type="http://schemas.openxmlformats.org/officeDocument/2006/relationships/image" Target="../media/logo_watermark.pn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0" Type="http://schemas.openxmlformats.org/officeDocument/2006/relationships/image" Target="../media/logo_watermark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0" Type="http://schemas.openxmlformats.org/officeDocument/2006/relationships/image" Target="../media/logo_watermark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50" Type="http://schemas.openxmlformats.org/officeDocument/2006/relationships/image" Target="../media/logo_watermark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50" Type="http://schemas.openxmlformats.org/officeDocument/2006/relationships/image" Target="../media/logo_watermark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50" Type="http://schemas.openxmlformats.org/officeDocument/2006/relationships/image" Target="../media/logo_watermark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50" Type="http://schemas.openxmlformats.org/officeDocument/2006/relationships/image" Target="../media/logo_watermark.pn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50" Type="http://schemas.openxmlformats.org/officeDocument/2006/relationships/image" Target="../media/logo_watermark.png"/></Relationships>
</file>

<file path=ppt/slides/_rels/slide11.xml.rels><?xml version="1.0" encoding="UTF-8"?>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50" Type="http://schemas.openxmlformats.org/officeDocument/2006/relationships/image" Target="../media/logo_watermark.png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0" Type="http://schemas.openxmlformats.org/officeDocument/2006/relationships/image" Target="../media/logo_watermark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50" Type="http://schemas.openxmlformats.org/officeDocument/2006/relationships/image" Target="../media/logo_watermark.png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google.com/forms/d/e/1FAIpQLSf8qtoXBTusqppHwdIoVfyXX9n12UbKBg34_bmAyxNzFPC_xA/viewform?usp=dialog" TargetMode="External"/><Relationship Id="rId50" Type="http://schemas.openxmlformats.org/officeDocument/2006/relationships/image" Target="../media/logo_watermark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Watermark Logo"/>
          <p:cNvPicPr>
            <a:picLocks noChangeAspect="1"/>
          </p:cNvPicPr>
          <p:nvPr/>
        </p:nvPicPr>
        <p:blipFill>
          <a:blip r:embed="rId50">
            <a:alphaModFix amt="5000"/>
          </a:blip>
          <a:stretch>
            <a:fillRect/>
          </a:stretch>
        </p:blipFill>
        <p:spPr>
          <a:xfrm rot="900000">
            <a:off x="2996000" y="2064220"/>
            <a:ext cx="6200000" cy="27295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WEBINAIRE GRATUIT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pratique en Côte d'Ivoire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usages concrets pour transformer votre métier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8368" y="3886200"/>
            <a:ext cx="29260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114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continuité vers la formation </a:t>
            </a: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L'IA au Bureau »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29-30 juillet 2026, Riviera 3, Abidjan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332720" y="5212080"/>
            <a:ext cx="1097280" cy="10972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— Hub IA de NettelecomCI en Côte d'Ivoire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Watermark Logo"/>
          <p:cNvPicPr>
            <a:picLocks noChangeAspect="1"/>
          </p:cNvPicPr>
          <p:nvPr/>
        </p:nvPicPr>
        <p:blipFill>
          <a:blip r:embed="rId50">
            <a:alphaModFix amt="9000"/>
          </a:blip>
          <a:stretch>
            <a:fillRect/>
          </a:stretch>
        </p:blipFill>
        <p:spPr>
          <a:xfrm rot="900000">
            <a:off x="2996000" y="2064220"/>
            <a:ext cx="6200000" cy="272956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allons voir ensemble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83080" y="182880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l'IA, maintenant, en Côte d'Ivoire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0" y="182880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en bref — le hub IA de NettelecomCI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246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83080" y="32461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domaines d'activité, une IA appliquée à chacun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310896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246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315200" y="32461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usages concrets, démontrés en direct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663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83080" y="466344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différencie notre approche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72200" y="452628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4663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315200" y="466344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suite : la formation « L'IA au Bureau »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Watermark Logo"/>
          <p:cNvPicPr>
            <a:picLocks noChangeAspect="1"/>
          </p:cNvPicPr>
          <p:nvPr/>
        </p:nvPicPr>
        <p:blipFill>
          <a:blip r:embed="rId50">
            <a:alphaModFix amt="9000"/>
          </a:blip>
          <a:stretch>
            <a:fillRect/>
          </a:stretch>
        </p:blipFill>
        <p:spPr>
          <a:xfrm rot="900000">
            <a:off x="2996000" y="2064220"/>
            <a:ext cx="6200000" cy="272956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l'IA, maintenant, en Côte d'Ivoire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heures perdues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semaine sur des tâches répétitives : courrier, comptes-rendus, recherche documentaire.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risques réels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5661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données personnelles et la conformité, souvent gérés à la main, sans garde-fou.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2104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opportunité rare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35661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d'adopter l'IA tôt, avant qu'elle ne devienne un standard imposé par la concurrence.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Watermark Logo"/>
          <p:cNvPicPr>
            <a:picLocks noChangeAspect="1"/>
          </p:cNvPicPr>
          <p:nvPr/>
        </p:nvPicPr>
        <p:blipFill>
          <a:blip r:embed="rId50">
            <a:alphaModFix amt="5000"/>
          </a:blip>
          <a:stretch>
            <a:fillRect/>
          </a:stretch>
        </p:blipFill>
        <p:spPr>
          <a:xfrm rot="900000">
            <a:off x="2996000" y="2064220"/>
            <a:ext cx="6200000" cy="272956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1er Hub IA de Côte d'Ivoire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n'est pas un organisme de formation parmi d'autres : c'est le hub IA de NettelecomCI en Côte d'Ivoire, adossé à un réseau international d'experts.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internationaux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71800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97180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continents représentés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30352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domaines d'activité couverts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5621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INTERNATIONALE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9279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équipe dirigeante sera présente en direct lors de ce webinaire, connectée depuis les 4 continents : Amérique, Europe, Asie et Afrique.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80960" y="150876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141B4D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approche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55280" y="233172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réel de votre métier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pratique concrète, pas de théorie seule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des données intégrée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 dans la durée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Watermark Logo"/>
          <p:cNvPicPr>
            <a:picLocks noChangeAspect="1"/>
          </p:cNvPicPr>
          <p:nvPr/>
        </p:nvPicPr>
        <p:blipFill>
          <a:blip r:embed="rId50">
            <a:alphaModFix amt="9000"/>
          </a:blip>
          <a:stretch>
            <a:fillRect/>
          </a:stretch>
        </p:blipFill>
        <p:spPr>
          <a:xfrm rot="900000">
            <a:off x="2996000" y="2064220"/>
            <a:ext cx="6200000" cy="272956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domaines d'activité, une IA pour chacun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gold : les 6 domaines déjà démontrés en direct aujourd'hui.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92024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Assistanat &amp; Secrétariat</a:t>
            </a: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072" y="1993392"/>
            <a:ext cx="256032" cy="256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29000" y="192024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593592" y="192024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Humaines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92024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82512" y="192024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Communication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006840" y="192024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71432" y="192024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Comptabilité</a:t>
            </a:r>
            <a:endParaRPr lang="en-US" sz="12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1993392"/>
            <a:ext cx="256032" cy="25603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0080" y="28803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04672" y="288036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Juridique &amp; Conformité</a:t>
            </a:r>
            <a:endParaRPr lang="en-US" sz="12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072" y="2953512"/>
            <a:ext cx="256032" cy="25603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429000" y="28803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3593592" y="288036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Client &amp; Relation Client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17920" y="28803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382512" y="288036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Analyse de Données</a:t>
            </a:r>
            <a:endParaRPr lang="en-US" sz="12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953512"/>
            <a:ext cx="256032" cy="25603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9006840" y="28803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9171432" y="288036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&amp; Gestion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38404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04672" y="384048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Leadership</a:t>
            </a:r>
            <a:endParaRPr lang="en-US" sz="125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072" y="3913632"/>
            <a:ext cx="256032" cy="25603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3429000" y="38404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3593592" y="384048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Transformation Digitale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217920" y="38404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6382512" y="384048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&amp; Pédagogie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9006840" y="38404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9171432" y="384048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&amp; Bien-être au Travail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3429000" y="48006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3593592" y="4800600"/>
            <a:ext cx="5065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Diplomatie &amp; Affaires Internationales</a:t>
            </a:r>
            <a:endParaRPr lang="en-US" sz="125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4873752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Watermark Logo"/>
          <p:cNvPicPr>
            <a:picLocks noChangeAspect="1"/>
          </p:cNvPicPr>
          <p:nvPr/>
        </p:nvPicPr>
        <p:blipFill>
          <a:blip r:embed="rId50">
            <a:alphaModFix amt="9000"/>
          </a:blip>
          <a:stretch>
            <a:fillRect/>
          </a:stretch>
        </p:blipFill>
        <p:spPr>
          <a:xfrm rot="900000">
            <a:off x="2996000" y="2064220"/>
            <a:ext cx="6200000" cy="272956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A · 1/2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Productivité au quotidien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860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965960" y="2423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Courrier professionnel automatisé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5204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de correspondance métier générée par IA, avec validation humaine avant tout envoi — aucun message ne part sans relecture.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60120" y="53035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5303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DÉMONTRÉ EN DIRECT — Assistanat &amp; Secrétariat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103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2860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89520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589520" y="2423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Anonymisation des données personnelles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583680" y="35204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sensibles sont automatiquement anonymisées avant tout partage ou analyse, pour rester conforme sans ralentir le travail.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583680" y="53035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/>
        </p:spPr>
      </p:sp>
      <p:sp>
        <p:nvSpPr>
          <p:cNvPr id="19" name="Text 15"/>
          <p:cNvSpPr/>
          <p:nvPr/>
        </p:nvSpPr>
        <p:spPr>
          <a:xfrm>
            <a:off x="6583680" y="5303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DÉMONTRÉ EN DIRECT — Juridique &amp; Conformité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Watermark Logo"/>
          <p:cNvPicPr>
            <a:picLocks noChangeAspect="1"/>
          </p:cNvPicPr>
          <p:nvPr/>
        </p:nvPicPr>
        <p:blipFill>
          <a:blip r:embed="rId50">
            <a:alphaModFix amt="9000"/>
          </a:blip>
          <a:stretch>
            <a:fillRect/>
          </a:stretch>
        </p:blipFill>
        <p:spPr>
          <a:xfrm rot="900000">
            <a:off x="2996000" y="2064220"/>
            <a:ext cx="6200000" cy="272956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A · 2/2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Productivité au quotidien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860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965960" y="2423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Compte-rendu de réunion automatique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5204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L'audio de la réunion est transcrit puis transformé en résumé structuré avec actions à suivre, prêt à diffuser en quelques minutes.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60120" y="53035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5303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DÉMONTRÉ EN DIRECT — Management &amp; Leadership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103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2860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89520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4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589520" y="2423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Recherche documentaire instantanée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583680" y="35204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IA interroge vos propres archives et documents internes pour répondre en langage naturel, au lieu de chercher fichier par fichier.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583680" y="53035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/>
        </p:spPr>
      </p:sp>
      <p:sp>
        <p:nvSpPr>
          <p:cNvPr id="19" name="Text 15"/>
          <p:cNvSpPr/>
          <p:nvPr/>
        </p:nvSpPr>
        <p:spPr>
          <a:xfrm>
            <a:off x="6583680" y="5303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DÉMONTRÉ EN DIRECT — Data &amp; Analyse de Données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Watermark Logo"/>
          <p:cNvPicPr>
            <a:picLocks noChangeAspect="1"/>
          </p:cNvPicPr>
          <p:nvPr/>
        </p:nvPicPr>
        <p:blipFill>
          <a:blip r:embed="rId50">
            <a:alphaModFix amt="9000"/>
          </a:blip>
          <a:stretch>
            <a:fillRect/>
          </a:stretch>
        </p:blipFill>
        <p:spPr>
          <a:xfrm rot="900000">
            <a:off x="2996000" y="2064220"/>
            <a:ext cx="6200000" cy="272956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 · SECTORIEL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Métiers spécifiques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860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965960" y="2423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Traduction bilingue officielle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5204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Traduction fidèle et rapide de documents officiels, pensée pour la diplomatie, les institutions et les organisations internationales.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60120" y="53035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5303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DÉMONTRÉ EN DIRECT — Diplomatie &amp; Affaires Intl.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103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2860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89520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6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589520" y="2423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Dossier crédit / KYC + veille réglementaire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583680" y="35204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assistée des dossiers de crédit et KYC, avec une veille réglementaire continue BCEAO-UEMOA en arrière-plan.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583680" y="53035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/>
        </p:spPr>
      </p:sp>
      <p:sp>
        <p:nvSpPr>
          <p:cNvPr id="19" name="Text 15"/>
          <p:cNvSpPr/>
          <p:nvPr/>
        </p:nvSpPr>
        <p:spPr>
          <a:xfrm>
            <a:off x="6583680" y="5303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DÉMONTRÉ EN DIRECT — Finance &amp; Comptabilité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Watermark Logo"/>
          <p:cNvPicPr>
            <a:picLocks noChangeAspect="1"/>
          </p:cNvPicPr>
          <p:nvPr/>
        </p:nvPicPr>
        <p:blipFill>
          <a:blip r:embed="rId50">
            <a:alphaModFix amt="9000"/>
          </a:blip>
          <a:stretch>
            <a:fillRect/>
          </a:stretch>
        </p:blipFill>
        <p:spPr>
          <a:xfrm rot="900000">
            <a:off x="2996000" y="2064220"/>
            <a:ext cx="6200000" cy="272956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C · 1/2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Usages courants à fort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860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7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965960" y="2423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 client disponible 24/7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5204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assistant intelligent répond aux questions courantes de vos clients à toute heure, et relaie les cas complexes à une personne.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60120" y="53035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5303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DE DIAGNOSTIC — Service Client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103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2860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89520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8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589520" y="2423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Génération de contenu marketing local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583680" y="35204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 contenus adaptés au marché ivoirien — réseaux sociaux, fiches produits — en gardant votre ton et vos codes.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583680" y="53035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/>
        </p:spPr>
      </p:sp>
      <p:sp>
        <p:nvSpPr>
          <p:cNvPr id="19" name="Text 15"/>
          <p:cNvSpPr/>
          <p:nvPr/>
        </p:nvSpPr>
        <p:spPr>
          <a:xfrm>
            <a:off x="6583680" y="5303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DE DIAGNOSTIC — Marketing &amp; Communication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Watermark Logo"/>
          <p:cNvPicPr>
            <a:picLocks noChangeAspect="1"/>
          </p:cNvPicPr>
          <p:nvPr/>
        </p:nvPicPr>
        <p:blipFill>
          <a:blip r:embed="rId50">
            <a:alphaModFix amt="9000"/>
          </a:blip>
          <a:stretch>
            <a:fillRect/>
          </a:stretch>
        </p:blipFill>
        <p:spPr>
          <a:xfrm rot="900000">
            <a:off x="2996000" y="2064220"/>
            <a:ext cx="6200000" cy="272956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C · 2/2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Usages courants à fort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860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9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965960" y="2423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Facturation et relances automatisées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5204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automatique des factures et relance des clients en retard, pour libérer du temps sans perdre en rigueur de gestion.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60120" y="53035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5303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DE DIAGNOSTIC — Administration &amp; Gestion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103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2860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89520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10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589520" y="2423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Aide à la décision RH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583680" y="35204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de candidatures et préparation de trames d'entretien assistés par IA, pour gagner du temps sans perdre en jugement humain.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583680" y="53035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/>
        </p:spPr>
      </p:sp>
      <p:sp>
        <p:nvSpPr>
          <p:cNvPr id="19" name="Text 15"/>
          <p:cNvSpPr/>
          <p:nvPr/>
        </p:nvSpPr>
        <p:spPr>
          <a:xfrm>
            <a:off x="6583680" y="5303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DE DIAGNOSTIC — Ressources Humaines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Watermark Logo"/>
          <p:cNvPicPr>
            <a:picLocks noChangeAspect="1"/>
          </p:cNvPicPr>
          <p:nvPr/>
        </p:nvPicPr>
        <p:blipFill>
          <a:blip r:embed="rId50">
            <a:alphaModFix amt="9000"/>
          </a:blip>
          <a:stretch>
            <a:fillRect/>
          </a:stretch>
        </p:blipFill>
        <p:spPr>
          <a:xfrm rot="900000">
            <a:off x="2996000" y="2064220"/>
            <a:ext cx="6200000" cy="272956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DIFFÉRENCE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distingue notre approche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0391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sur mesure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8620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part de votre réalité métier, pas d'un modèle générique.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202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03911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Trajectoire 90 jours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17720" y="28620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plan d'action concret, avec des étapes claires et datées.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9202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203911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 d'usage réel automatisé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66760" y="28620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flux qui tournent vraiment, pas des maquettes.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5204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37490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386791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389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Gouvernance intégrée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68680" y="46908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et conformité des données pensées dès le départ.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35204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37490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386791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389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Accompagnement qui continue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17720" y="46908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actif pendant 90 jours après la formation.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5204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37490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5632" y="3867912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389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prête à l'usage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66760" y="46908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cloud possible sur demande, sans rupture.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Watermark Logo"/>
          <p:cNvPicPr>
            <a:picLocks noChangeAspect="1"/>
          </p:cNvPicPr>
          <p:nvPr/>
        </p:nvPicPr>
        <p:blipFill>
          <a:blip r:embed="rId50">
            <a:alphaModFix amt="9000"/>
          </a:blip>
          <a:stretch>
            <a:fillRect/>
          </a:stretch>
        </p:blipFill>
        <p:spPr>
          <a:xfrm rot="900000">
            <a:off x="2996000" y="2064220"/>
            <a:ext cx="6200000" cy="272956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REPARTEZ AVEC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livrables concrets, pas seulement un souvenir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l'organisation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de Cadrage IA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90 jours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IA Opérationnel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d'Usage IA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+ Suivi 90 jours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Cloud (sur demande)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chaque participant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51460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de formation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prompts et templates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 formation (PDF)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de prompts métier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Check-list protection des données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Mini-charte interne d'usage IA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Watermark Logo"/>
          <p:cNvPicPr>
            <a:picLocks noChangeAspect="1"/>
          </p:cNvPicPr>
          <p:nvPr/>
        </p:nvPicPr>
        <p:blipFill>
          <a:blip r:embed="rId50">
            <a:alphaModFix amt="5000"/>
          </a:blip>
          <a:stretch>
            <a:fillRect/>
          </a:stretch>
        </p:blipFill>
        <p:spPr>
          <a:xfrm rot="900000">
            <a:off x="2996000" y="2064220"/>
            <a:ext cx="6200000" cy="27295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SUITE DE CE WEBINAIRE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Formation « L'IA au Bureau »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Voyez ces 10 usages tourner en vrai, avec vos propres cas métier.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41B4D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089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657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395935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29-30 juillet 2026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83280" y="28803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41B4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31089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3657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11880" y="395935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10-11 août 2026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26480" y="28803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41B4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1089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657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Lieu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55080" y="395935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3, Abidjan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869680" y="28803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41B4D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310896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98280" y="3657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Formateurs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098280" y="395935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experts IA &amp; métiers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limitées — inscription via le formulaire en ligne TransferAI Africa.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Watermark Logo"/>
          <p:cNvPicPr>
            <a:picLocks noChangeAspect="1"/>
          </p:cNvPicPr>
          <p:nvPr/>
        </p:nvPicPr>
        <p:blipFill>
          <a:blip r:embed="rId50">
            <a:alphaModFix amt="9000"/>
          </a:blip>
          <a:stretch>
            <a:fillRect/>
          </a:stretch>
        </p:blipFill>
        <p:spPr>
          <a:xfrm rot="900000">
            <a:off x="2996000" y="2064220"/>
            <a:ext cx="6200000" cy="27295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029200" y="1097280"/>
            <a:ext cx="2103120" cy="2103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691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33832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d'avoir participé.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97280" y="41605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Rejoignez-nous les 29-30 juillet ou les 10-11 août 2026 à Riviera 3 pour la formation « L'IA au Bureau ».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97280" y="4778375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www.transferai.ci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contact@transferai.ci</a:t>
            </a:r>
            <a:endParaRPr lang="en-US" sz="1400" dirty="0"/>
          </a:p>
          <a:p>
            <a:pPr marL="0" indent="0" algn="ctr">
              <a:spcBef>
                <a:spcPts val="600"/>
              </a:spcBef>
              <a:buNone/>
            </a:pPr>
            <a:r>
              <a:rPr lang="en-US" sz="1400" b="1" u="sng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Inscription : Sessions 29-30 juillet &amp; 10-11 août 2026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976</Words>
  <Application>Microsoft Macintosh PowerPoint</Application>
  <PresentationFormat>Widescreen</PresentationFormat>
  <Paragraphs>183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pratique en Côte d'Ivoire — Webinaire gratuit</dc:title>
  <dc:subject>PptxGenJS Presentation</dc:subject>
  <dc:creator>TransferAI Africa</dc:creator>
  <cp:lastModifiedBy>vtoc limited</cp:lastModifiedBy>
  <cp:revision>1</cp:revision>
  <dcterms:created xsi:type="dcterms:W3CDTF">2026-07-04T19:16:50Z</dcterms:created>
  <dcterms:modified xsi:type="dcterms:W3CDTF">2026-07-04T19:32:00Z</dcterms:modified>
</cp:coreProperties>
</file>