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A2213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PRÉ-CLÔTURE BANCAIRE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" kern="0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VALIDATION HUMAINE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détecte, synthétise et alerte — elle ne diffuse jamais rien sans validation humaine explicite.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9560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Serge ANON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Auditeur &amp; Formateur-Coach Multipotentiel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Webinaire “IA pratique en Côte d'Ivoire”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problème, en une phrase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mois, avant la clôture, des dizaines de comptes sont revus manuellement sous Excel — lent, inégal, peu tracé.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fonctionnement, pas à pas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1100" y="2148840"/>
            <a:ext cx="548640" cy="54864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de la période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61032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94660" y="2148840"/>
            <a:ext cx="548640" cy="54864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46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2504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7932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vs seuils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4592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8220" y="2148840"/>
            <a:ext cx="548640" cy="548640"/>
          </a:xfrm>
          <a:prstGeom prst="ellipse">
            <a:avLst/>
          </a:prstGeom>
          <a:solidFill>
            <a:srgbClr val="D4A85A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82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3860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9288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→ jetons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88152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21780" y="2148840"/>
            <a:ext cx="548640" cy="54864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17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5216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IA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0644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01712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35340" y="2148840"/>
            <a:ext cx="548640" cy="548640"/>
          </a:xfrm>
          <a:prstGeom prst="ellipse">
            <a:avLst/>
          </a:prstGeom>
          <a:solidFill>
            <a:srgbClr val="D4A85A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53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6572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2000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approuve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5272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248900" y="2148840"/>
            <a:ext cx="548640" cy="54864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D4A8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89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479280" y="2788920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433560" y="306324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approuvé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39319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12335C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931920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manuelle Excel, plusieurs heures/jours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9319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2A2213"/>
          </a:solidFill>
          <a:ln w="6350">
            <a:solidFill>
              <a:srgbClr val="D4A8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931920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en quelques minutes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49884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12335C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498848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appliqués de façon variable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449884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2A2213"/>
          </a:solidFill>
          <a:ln w="6350">
            <a:solidFill>
              <a:srgbClr val="D4A8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498848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homogènes, paramétrables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06577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12335C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065776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informelle, peu tracée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506577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2A2213"/>
          </a:solidFill>
          <a:ln w="6350">
            <a:solidFill>
              <a:srgbClr val="D4A8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5065776"/>
            <a:ext cx="4983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un clic, tracée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Pré-Clôture Bancaire avec Validation Humaine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réellement l'IA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sensible réelle ne transite jamais en clair vers l'IA générative externe.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"/>
          </a:xfrm>
          <a:prstGeom prst="roundRect">
            <a:avLst>
              <a:gd name="adj" fmla="val 11111"/>
            </a:avLst>
          </a:prstGeom>
          <a:solidFill>
            <a:srgbClr val="0F2A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RÉELLE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349240" cy="411480"/>
          </a:xfrm>
          <a:prstGeom prst="roundRect">
            <a:avLst>
              <a:gd name="adj" fmla="val 11111"/>
            </a:avLst>
          </a:prstGeom>
          <a:solidFill>
            <a:srgbClr val="0F2A4D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5544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REÇOIT L'IA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l'établissement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[ETABLISSEMENT_1]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8775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et intitulé de compte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587752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58775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[COMPTE_1], [COMPTE_2]…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18104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compte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118104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118104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[RESPONSABLE_1]…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4845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(actuel, précédent, écart)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648456"/>
            <a:ext cx="5349240" cy="438912"/>
          </a:xfrm>
          <a:prstGeom prst="roundRect">
            <a:avLst>
              <a:gd name="adj" fmla="val 10417"/>
            </a:avLst>
          </a:prstGeom>
          <a:solidFill>
            <a:srgbClr val="1233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64845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[MONTANT_1], [MONTANT_2]…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A2213"/>
          </a:solidFill>
          <a:ln w="9525">
            <a:solidFill>
              <a:srgbClr val="D4A8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891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 humain : si un jeton n'est pas correctement restitué (ex. [MONTANT_3]), il apparaît tel quel dans l'email de validation — signal immédiatement visible, le responsable rejette la synthèse.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de correspondance jeton ↔ valeur réelle n'existe que le temps de l'exécution — jamais stockée, jamais journalisée.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Pré-Clôture Bancaire avec Validation Humaine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idée — un pipeline déjà en marche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en conditions réelles sur l'instance n8n de production TransferAI.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28016" cy="128016"/>
          </a:xfrm>
          <a:prstGeom prst="ellipse">
            <a:avLst/>
          </a:prstGeom>
          <a:solidFill>
            <a:srgbClr val="D4A85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27048"/>
            <a:ext cx="49560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important sur chaque cycle de pré-clôture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655064"/>
            <a:ext cx="128016" cy="128016"/>
          </a:xfrm>
          <a:prstGeom prst="ellipse">
            <a:avLst/>
          </a:prstGeom>
          <a:solidFill>
            <a:srgbClr val="D4A85A"/>
          </a:solidFill>
          <a:ln/>
        </p:spPr>
      </p:sp>
      <p:sp>
        <p:nvSpPr>
          <p:cNvPr id="7" name="Text 5"/>
          <p:cNvSpPr/>
          <p:nvPr/>
        </p:nvSpPr>
        <p:spPr>
          <a:xfrm>
            <a:off x="6291072" y="1527048"/>
            <a:ext cx="49560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risque d'oubli d'un écart significatif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128016" cy="128016"/>
          </a:xfrm>
          <a:prstGeom prst="ellipse">
            <a:avLst/>
          </a:prstGeom>
          <a:solidFill>
            <a:srgbClr val="D4A85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67128"/>
            <a:ext cx="49560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interne renforcé : l'IA assiste, ne décide jamais seule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295144"/>
            <a:ext cx="128016" cy="128016"/>
          </a:xfrm>
          <a:prstGeom prst="ellipse">
            <a:avLst/>
          </a:prstGeom>
          <a:solidFill>
            <a:srgbClr val="D4A85A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2167128"/>
            <a:ext cx="49560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 la décision, utile en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au-delà de la banque : rapprochements, revue de provisions, contrôles de gestion périodiques.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D4A8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39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interactive : www.transferai.ci/demo/pre-cloture-bancaire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protégé — identifiant : transferai   /   mot de passe : PreCloture-CI2026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2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workflow est réel et en production : détection, IA et emails de validation sont authentiques.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64515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formation « L'IA au Bureau » — 29-30 juillet 2026, Riviera 3, Abidjan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  •  www.transferai.ci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2026-07-12T14:14:56Z</dcterms:created>
  <dcterms:modified xsi:type="dcterms:W3CDTF">2026-07-12T14:14:56Z</dcterms:modified>
</cp:coreProperties>
</file>