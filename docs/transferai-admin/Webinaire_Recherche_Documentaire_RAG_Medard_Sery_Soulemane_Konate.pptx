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F3540"/>
          </a:solidFill>
          <a:ln w="12700">
            <a:solidFill>
              <a:srgbClr val="3FC1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DOCUMENTAIRE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50" kern="0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INTELLIGENTE — RAG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question en langage naturel, une réponse sourcée en quelques secondes — depuis vos propres documents.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9377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Médard Sery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535838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Expert, Data Engineering, Cloud &amp; Plateformes IA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35040" y="49377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Soulemane Konaté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035040" y="535838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Expert, Enterprise AI Engineering &amp; Data Platforms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•  Webinaire “IA pratique en Côte d'Ivoire”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039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juillet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problème, en une phrase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consultants perdaient en moyenne 2h/jour à chercher des informations dans leurs propres documents.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 les passages pertinents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41732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74920" y="1554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74920" y="19202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enrichit le contexte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141732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778240" y="1554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78240" y="19202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rédige, sources citées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fonctionnement, pas à pas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90244" y="3429000"/>
            <a:ext cx="530352" cy="530352"/>
          </a:xfrm>
          <a:prstGeom prst="ellipse">
            <a:avLst/>
          </a:prstGeom>
          <a:solidFill>
            <a:srgbClr val="112438"/>
          </a:solidFill>
          <a:ln w="12700">
            <a:solidFill>
              <a:srgbClr val="3FC1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90244" y="34290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1480" y="4050792"/>
            <a:ext cx="208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325112"/>
            <a:ext cx="217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reçue via Chatwoot / web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2161032" y="35570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003804" y="3429000"/>
            <a:ext cx="530352" cy="530352"/>
          </a:xfrm>
          <a:prstGeom prst="ellipse">
            <a:avLst/>
          </a:prstGeom>
          <a:solidFill>
            <a:srgbClr val="112438"/>
          </a:solidFill>
          <a:ln w="12700">
            <a:solidFill>
              <a:srgbClr val="3FC1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03804" y="34290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225040" y="4050792"/>
            <a:ext cx="208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79320" y="4325112"/>
            <a:ext cx="217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OpenAI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3974592" y="35570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17364" y="3429000"/>
            <a:ext cx="530352" cy="530352"/>
          </a:xfrm>
          <a:prstGeom prst="ellipse">
            <a:avLst/>
          </a:prstGeom>
          <a:solidFill>
            <a:srgbClr val="112438"/>
          </a:solidFill>
          <a:ln w="12700">
            <a:solidFill>
              <a:srgbClr val="3FC1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7364" y="34290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038600" y="4050792"/>
            <a:ext cx="208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92880" y="4325112"/>
            <a:ext cx="217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pgvector, top passages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5788152" y="35570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30924" y="3429000"/>
            <a:ext cx="530352" cy="530352"/>
          </a:xfrm>
          <a:prstGeom prst="ellipse">
            <a:avLst/>
          </a:prstGeom>
          <a:solidFill>
            <a:srgbClr val="3FC1D0"/>
          </a:solidFill>
          <a:ln w="12700">
            <a:solidFill>
              <a:srgbClr val="3FC1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30924" y="34290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852160" y="4050792"/>
            <a:ext cx="208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06440" y="4325112"/>
            <a:ext cx="217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tout envoi IA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7601712" y="35570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444484" y="3429000"/>
            <a:ext cx="530352" cy="530352"/>
          </a:xfrm>
          <a:prstGeom prst="ellipse">
            <a:avLst/>
          </a:prstGeom>
          <a:solidFill>
            <a:srgbClr val="112438"/>
          </a:solidFill>
          <a:ln w="12700">
            <a:solidFill>
              <a:srgbClr val="3FC1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44484" y="34290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65720" y="4050792"/>
            <a:ext cx="208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20000" y="4325112"/>
            <a:ext cx="217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GPT-4o, sources citées</a:t>
            </a:r>
            <a:endParaRPr lang="en-US" sz="870" dirty="0"/>
          </a:p>
        </p:txBody>
      </p:sp>
      <p:sp>
        <p:nvSpPr>
          <p:cNvPr id="41" name="Text 39"/>
          <p:cNvSpPr/>
          <p:nvPr/>
        </p:nvSpPr>
        <p:spPr>
          <a:xfrm>
            <a:off x="9415272" y="35570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0258044" y="3429000"/>
            <a:ext cx="530352" cy="530352"/>
          </a:xfrm>
          <a:prstGeom prst="ellipse">
            <a:avLst/>
          </a:prstGeom>
          <a:solidFill>
            <a:srgbClr val="112438"/>
          </a:solidFill>
          <a:ln w="12700">
            <a:solidFill>
              <a:srgbClr val="3FC1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58044" y="34290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479280" y="4050792"/>
            <a:ext cx="208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433560" y="4325112"/>
            <a:ext cx="217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en secondes</a:t>
            </a:r>
            <a:endParaRPr lang="en-US" sz="87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•  Recherche Documentaire Intelligente (RAG)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5039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juillet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réel testé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posée en conditions réelles à la base documentaire de production.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7324D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Quel cas d'usage IA concerne la recherche documentaire intelligente (RAG) ? »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similarité : 74 %  —  source principale correctement identifiée et citée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obtenue (extrait)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Retrouver une information dans des milliers de documents en quelques secondes, avec preuve de la source — applicable de façon transversale à la gestion électronique de documents, l'archivage et les institutions. »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F3540"/>
          </a:solidFill>
          <a:ln w="9525">
            <a:solidFill>
              <a:srgbClr val="3FC1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2519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garde-fou : si le contenu réel ne correspond pas assez à la question, le système répond « je n'ai pas trouvé cette information » plutôt que d'inventer — y compris sur une question totalement hors sujet (score 0 %, testé : « Quelle est la météo à Abidjan demain ? »).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•  Recherche Documentaire Intelligente (RAG)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039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juillet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/ Après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475488"/>
          </a:xfrm>
          <a:prstGeom prst="roundRect">
            <a:avLst>
              <a:gd name="adj" fmla="val 11538"/>
            </a:avLst>
          </a:prstGeom>
          <a:solidFill>
            <a:srgbClr val="17324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dans des emails et drives disparates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172200" y="1051560"/>
            <a:ext cx="5349240" cy="475488"/>
          </a:xfrm>
          <a:prstGeom prst="roundRect">
            <a:avLst>
              <a:gd name="adj" fmla="val 11538"/>
            </a:avLst>
          </a:prstGeom>
          <a:solidFill>
            <a:srgbClr val="0F3540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5080" y="1051560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question en langage naturel, réponse en secondes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18488"/>
            <a:ext cx="5349240" cy="475488"/>
          </a:xfrm>
          <a:prstGeom prst="roundRect">
            <a:avLst>
              <a:gd name="adj" fmla="val 11538"/>
            </a:avLst>
          </a:prstGeom>
          <a:solidFill>
            <a:srgbClr val="17324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18488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perdues en moyenne par recherche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618488"/>
            <a:ext cx="5349240" cy="475488"/>
          </a:xfrm>
          <a:prstGeom prst="roundRect">
            <a:avLst>
              <a:gd name="adj" fmla="val 11538"/>
            </a:avLst>
          </a:prstGeom>
          <a:solidFill>
            <a:srgbClr val="0F3540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618488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2h/jour récupérées par consultant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185416"/>
            <a:ext cx="5349240" cy="475488"/>
          </a:xfrm>
          <a:prstGeom prst="roundRect">
            <a:avLst>
              <a:gd name="adj" fmla="val 11538"/>
            </a:avLst>
          </a:prstGeom>
          <a:solidFill>
            <a:srgbClr val="17324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85416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souvent obsolètes ou incomplètes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2185416"/>
            <a:ext cx="5349240" cy="475488"/>
          </a:xfrm>
          <a:prstGeom prst="roundRect">
            <a:avLst>
              <a:gd name="adj" fmla="val 11538"/>
            </a:avLst>
          </a:prstGeom>
          <a:solidFill>
            <a:srgbClr val="0F3540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185416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synchronisée automatiquement toutes les 6h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752344"/>
            <a:ext cx="5349240" cy="475488"/>
          </a:xfrm>
          <a:prstGeom prst="roundRect">
            <a:avLst>
              <a:gd name="adj" fmla="val 11538"/>
            </a:avLst>
          </a:prstGeom>
          <a:solidFill>
            <a:srgbClr val="17324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52344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savoir d'où vient l'information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2752344"/>
            <a:ext cx="5349240" cy="475488"/>
          </a:xfrm>
          <a:prstGeom prst="roundRect">
            <a:avLst>
              <a:gd name="adj" fmla="val 11538"/>
            </a:avLst>
          </a:prstGeom>
          <a:solidFill>
            <a:srgbClr val="0F3540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752344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citées, référencées aux documents originaux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à tout secteur : procédures internes, réglementation, formation, support client, veille sectorielle.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3FC1D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690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interactive : www.transferai.ci/demo/recherche-documentaire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446227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d'accès (une fois par session) : ZavRYCJ8xyHVY4-jAtUb1Ijz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8006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A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branchée sur le vrai moteur RAG de production — réponses et sources authentiques.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510235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: formation « L'IA au Bureau » — 29-30 juillet 2026, Riviera 3, Abidjan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contact@transferai.ci  •  www.transferai.ci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039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juillet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2026-07-12T16:27:20Z</dcterms:created>
  <dcterms:modified xsi:type="dcterms:W3CDTF">2026-07-12T16:27:20Z</dcterms:modified>
</cp:coreProperties>
</file>