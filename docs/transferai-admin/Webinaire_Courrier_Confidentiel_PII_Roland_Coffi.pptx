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707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2A2455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COURRIER CONFIDENTIEL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kern="0" spc="5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 PAR IA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Guard : votre IA rédige sans jamais voir vos données sensibles.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Marius Ayoro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53218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 Automatisation, agents IA &amp; workflows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0" y="48920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Roland Coffi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035040" y="53218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expert Diplomatie, IA appliquée &amp; formation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Webinaire “IA pratique en Côte d'Ivoire”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PII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que votre IA ne doit jamais voir directement.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6304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81912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FRANÇAIS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92808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à caractère personnel : toute information qui permet d'identifier une personne précise — nom, adresse, téléphone, passeport, référence de dossier…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14173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6304F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581912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DANS LE PROCESSUS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892808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envoi à l'IA, chaque PII détectée dans le texte est remplacée par un jeton neutre (ex. [PERSONNE_1], [REFERENCE_1]). L'IA rédige avec ces jetons, sans jamais voir la donnée réelle — qui n'est restaurée qu'à la toute fin, pour un humain autorisé.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rôle dans le processus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35817" y="3337560"/>
            <a:ext cx="4920062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/>
        </p:spPr>
      </p:sp>
      <p:pic>
        <p:nvPicPr>
          <p:cNvPr id="12" name="Image 0" descr="/private/tmp/claude-501/-Users-marius-ayoro/7f816881-553d-470c-99ea-a412f0e083b6/scratchpad/cas_usage_pii/pipeline_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977" y="3474720"/>
            <a:ext cx="4645742" cy="28803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Le Courrier Confidentiel Généré par IA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idée — un pipeline déjà en marche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Testé en conditions réelles sur l'instance n8n de production TransferAI.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locale, sans appel externe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réelle transmise à l'IA générative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1722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validation humaine (manager)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6304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17647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91540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Secteurs déjà démontrés : diplomatie, banque, RH, marketing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stratégique pour vous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67328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donnée sensible exposée à un service IA externe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895344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0" name="Text 18"/>
          <p:cNvSpPr/>
          <p:nvPr/>
        </p:nvSpPr>
        <p:spPr>
          <a:xfrm>
            <a:off x="6291072" y="3767328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 de rédaction sans compromis sur la confidentialité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462272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334256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: qui a validé, qui a envoyé, quand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35040" y="4462272"/>
            <a:ext cx="128016" cy="128016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4" name="Text 22"/>
          <p:cNvSpPr/>
          <p:nvPr/>
        </p:nvSpPr>
        <p:spPr>
          <a:xfrm>
            <a:off x="6291072" y="4334256"/>
            <a:ext cx="4956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7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pipeline pour tout secteur : diplomatie, banque, RH, marketing…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7C5CFC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94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interactive : www.transferai.ci/demo/courrier-automatique-pii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571500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formation « L'IA au Bureau » — 28-29 juillet 2026, </a:t>
            </a:r>
            <a:r>
              <a:rPr lang="en-US" sz="1100" dirty="0" err="1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100" dirty="0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10-11 </a:t>
            </a:r>
            <a:r>
              <a:rPr lang="en-US" sz="1100" dirty="0" err="1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aout</a:t>
            </a:r>
            <a:r>
              <a:rPr lang="en-US" sz="1100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 </a:t>
            </a:r>
            <a:r>
              <a:rPr lang="en-US" sz="1100" dirty="0">
                <a:solidFill>
                  <a:srgbClr val="ED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3, Abidjan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contact@transferai.ci  •  www.transferai.ci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332</Words>
  <Application>Microsoft Macintosh PowerPoint</Application>
  <PresentationFormat>Widescreen</PresentationFormat>
  <Paragraphs>42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vtoc limited</cp:lastModifiedBy>
  <cp:revision>2</cp:revision>
  <dcterms:created xsi:type="dcterms:W3CDTF">2026-07-12T12:01:15Z</dcterms:created>
  <dcterms:modified xsi:type="dcterms:W3CDTF">2026-07-12T12:18:42Z</dcterms:modified>
</cp:coreProperties>
</file>