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2455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COURRIER CONFIDENTIEL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5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PAR 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Guard : votre IA rédige sans jamais voir vos données sensibles.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Marius Ayoro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53218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expert Automatisation, agents IA &amp; workflows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48920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Roland Coffi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35040" y="53218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expert Diplomatie, IA appliquée &amp; formation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Webinaire “IA pratique en Côte d'Ivoire”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PII 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que votre IA ne doit jamais voir directement.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630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à caractère personnel : toute information qui permet d'identifier une personne précise — nom, adresse, téléphone, passeport, référence de dossier…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58191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189280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Identifiable Information (PII): any data that can identify a specific person — name, address, phone number, passport, case reference…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rôle dans le processus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35817" y="3337560"/>
            <a:ext cx="492006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</p:spPr>
      </p:sp>
      <p:pic>
        <p:nvPicPr>
          <p:cNvPr id="12" name="Image 0" descr="/private/tmp/claude-501/-Users-marius-ayoro/7f816881-553d-470c-99ea-a412f0e083b6/scratchpad/cas_usage_pii/pipeline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2977" y="3474720"/>
            <a:ext cx="4645742" cy="2880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Le Courrier Confidentiel Généré par 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idée — un pipeline déjà en marche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en conditions réelles sur l'instance n8n de production TransferAI.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630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locale, sans appel externe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76479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réelle transmise à l'IA générative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6304F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6479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7220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validation humaine (manager)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6304F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76479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Secteurs déjà démontrés : diplomatie, banque, RH, marketing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stratégique pour vous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128016" cy="12801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67328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donnée sensible exposée à un service IA externe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895344"/>
            <a:ext cx="128016" cy="12801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3767328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de rédaction sans compromis sur la confidentialité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62272"/>
            <a:ext cx="128016" cy="12801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34256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: qui a validé, qui a envoyé, quand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4462272"/>
            <a:ext cx="128016" cy="128016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291072" y="4334256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pipeline pour tout secteur : diplomatie, banque, RH, marketing…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94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interactive : www.transferai.ci/demo/courrier-automatique-pii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7150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formation « L'IA au Bureau » — 28-29 juillet 2026, Riviera 3, Abidjan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contact@transferai.ci  •  www.transferai.ci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2026-07-12T11:39:26Z</dcterms:created>
  <dcterms:modified xsi:type="dcterms:W3CDTF">2026-07-12T11:39:26Z</dcterms:modified>
</cp:coreProperties>
</file>